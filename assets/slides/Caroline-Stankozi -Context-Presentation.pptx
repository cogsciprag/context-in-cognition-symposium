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79" r:id="rId2"/>
    <p:sldId id="669" r:id="rId3"/>
    <p:sldId id="661" r:id="rId4"/>
    <p:sldId id="678" r:id="rId5"/>
    <p:sldId id="682" r:id="rId6"/>
    <p:sldId id="670" r:id="rId7"/>
    <p:sldId id="420" r:id="rId8"/>
    <p:sldId id="421" r:id="rId9"/>
    <p:sldId id="422" r:id="rId10"/>
    <p:sldId id="423" r:id="rId11"/>
    <p:sldId id="679" r:id="rId12"/>
    <p:sldId id="688" r:id="rId13"/>
    <p:sldId id="689" r:id="rId14"/>
    <p:sldId id="690" r:id="rId15"/>
    <p:sldId id="684" r:id="rId16"/>
    <p:sldId id="699" r:id="rId17"/>
    <p:sldId id="698" r:id="rId18"/>
    <p:sldId id="700" r:id="rId19"/>
    <p:sldId id="691" r:id="rId20"/>
    <p:sldId id="692" r:id="rId21"/>
    <p:sldId id="693" r:id="rId22"/>
    <p:sldId id="695" r:id="rId23"/>
    <p:sldId id="697" r:id="rId24"/>
    <p:sldId id="696" r:id="rId25"/>
    <p:sldId id="701" r:id="rId26"/>
    <p:sldId id="675" r:id="rId27"/>
    <p:sldId id="708" r:id="rId28"/>
    <p:sldId id="707" r:id="rId29"/>
    <p:sldId id="706" r:id="rId30"/>
    <p:sldId id="705" r:id="rId31"/>
    <p:sldId id="702" r:id="rId32"/>
    <p:sldId id="714" r:id="rId33"/>
    <p:sldId id="713" r:id="rId34"/>
    <p:sldId id="711" r:id="rId35"/>
    <p:sldId id="710" r:id="rId36"/>
    <p:sldId id="709" r:id="rId37"/>
    <p:sldId id="712" r:id="rId38"/>
    <p:sldId id="703" r:id="rId39"/>
    <p:sldId id="722" r:id="rId40"/>
    <p:sldId id="721" r:id="rId41"/>
    <p:sldId id="720" r:id="rId42"/>
    <p:sldId id="719" r:id="rId43"/>
    <p:sldId id="718" r:id="rId44"/>
    <p:sldId id="717" r:id="rId45"/>
    <p:sldId id="716" r:id="rId46"/>
    <p:sldId id="715" r:id="rId47"/>
    <p:sldId id="704" r:id="rId48"/>
    <p:sldId id="730" r:id="rId49"/>
    <p:sldId id="729" r:id="rId50"/>
    <p:sldId id="728" r:id="rId51"/>
    <p:sldId id="727" r:id="rId52"/>
    <p:sldId id="726" r:id="rId53"/>
    <p:sldId id="725" r:id="rId54"/>
    <p:sldId id="724" r:id="rId55"/>
    <p:sldId id="723" r:id="rId56"/>
    <p:sldId id="733" r:id="rId57"/>
    <p:sldId id="740" r:id="rId58"/>
    <p:sldId id="739" r:id="rId59"/>
    <p:sldId id="738" r:id="rId60"/>
    <p:sldId id="737" r:id="rId61"/>
    <p:sldId id="736" r:id="rId62"/>
    <p:sldId id="735" r:id="rId63"/>
    <p:sldId id="734" r:id="rId64"/>
    <p:sldId id="677" r:id="rId65"/>
    <p:sldId id="732" r:id="rId66"/>
    <p:sldId id="731" r:id="rId67"/>
    <p:sldId id="667" r:id="rId68"/>
    <p:sldId id="450" r:id="rId69"/>
    <p:sldId id="666" r:id="rId70"/>
    <p:sldId id="665" r:id="rId71"/>
    <p:sldId id="664" r:id="rId72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AE10"/>
    <a:srgbClr val="577CA9"/>
    <a:srgbClr val="E5F4FF"/>
    <a:srgbClr val="DFF1FF"/>
    <a:srgbClr val="D6ECFF"/>
    <a:srgbClr val="FFFFFF"/>
    <a:srgbClr val="0035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9" autoAdjust="0"/>
    <p:restoredTop sz="94915" autoAdjust="0"/>
  </p:normalViewPr>
  <p:slideViewPr>
    <p:cSldViewPr snapToGrid="0" snapToObjects="1">
      <p:cViewPr varScale="1">
        <p:scale>
          <a:sx n="83" d="100"/>
          <a:sy n="83" d="100"/>
        </p:scale>
        <p:origin x="1285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693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2:09:56.210"/>
    </inkml:context>
    <inkml:brush xml:id="br0">
      <inkml:brushProperty name="width" value="0.1" units="cm"/>
      <inkml:brushProperty name="height" value="0.1" units="cm"/>
      <inkml:brushProperty name="color" value="#003560"/>
    </inkml:brush>
  </inkml:definitions>
  <inkml:trace contextRef="#ctx0" brushRef="#br0">1 1988 24575,'0'0'0,"11"1"0,3-1 0,0 0 0,-1-1 0,1-1 0,0-1 0,0 0 0,20-7 0,78-37 0,-67 24 0,-1-1 0,80-61 0,66-81 0,-157 134 0,-2-2 0,-2-1 0,-1-1 0,-1-1 0,-3-2 0,-1 0 0,-1-2 0,22-60 0,-28 54 0,-3-1 0,-1 0 0,-3 0 0,-2-2 0,2-69 0,-9 55 0,-3 1 0,-3 0 0,-25-113 0,19 124 0,-3 0 0,-2 1 0,-26-57 0,32 87 0,-1-1 0,-1 2 0,-26-33 0,28 40 0,-1 1 0,-1 0 0,0 1 0,0 0 0,-1 1 0,-15-9 0,17 13 0,0 1 0,0 0 0,-1 0 0,0 1 0,0 1 0,0 0 0,-20-2 0,9 4 0,1 0 0,-1 2 0,-33 4 0,46-3 0,0 0 0,0 1 0,0 0 0,1 1 0,-1 0 0,1 1 0,0 0 0,0 0 0,1 1 0,-13 9 0,10-5 0,1 1 0,0 0 0,1 0 0,0 1 0,1 1 0,-14 23 0,10-10 0,1 0 0,-17 53 0,-4 53 0,26-84 0,-4 80 0,11 49 0,1-130 0,1 27 0,4 0 0,17 83 0,-11-100 0,2-1 0,3-1 0,32 69 0,280 494 0,-290-552 0,-15-24 0,53 70 0,-74-108 88,-2-3-233,0 1 0,0-1-1,1 1 1,-1-1 0,1 1-1,-1-1 1,1 0 0,-1 0-1,4 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2:12:11.152"/>
    </inkml:context>
    <inkml:brush xml:id="br0">
      <inkml:brushProperty name="width" value="0.1" units="cm"/>
      <inkml:brushProperty name="height" value="0.1" units="cm"/>
      <inkml:brushProperty name="color" value="#003560"/>
    </inkml:brush>
  </inkml:definitions>
  <inkml:trace contextRef="#ctx0" brushRef="#br0">1 2272 24575,'11'-7'0,"46"-30"0,-1-3 0,59-55 0,-8-12 0,21-19 0,32-18 0,-124 112 0,2 2 0,51-32 0,42-34 0,71-64 0,50-45 0,-142 110 0,61-57 0,115-127 0,-125 135 0,-31 29 0,-24 27 0,-65 56 0,67-68 0,-89 79 77,36-37 161,-47 50-574,1 0 0,1 0 0,-1 2 0,19-11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2:12:32.385"/>
    </inkml:context>
    <inkml:brush xml:id="br0">
      <inkml:brushProperty name="width" value="0.1" units="cm"/>
      <inkml:brushProperty name="height" value="0.1" units="cm"/>
      <inkml:brushProperty name="color" value="#003560"/>
    </inkml:brush>
  </inkml:definitions>
  <inkml:trace contextRef="#ctx0" brushRef="#br0">0 0 24575,'13'11'0,"-1"0"0,20 11 0,-11-8 0,36 24 0,1-2 0,2-2 0,117 46 0,-92-57 0,-25-7 0,9 4 0,127 21 0,-117-28 0,-37-6 0,64 4 0,-97-11 0,216-1 0,-189-3 0,0-2 0,0-1 0,54-19 0,-32 10 0,-45 15 306,-12 1-445,1 0 0,-1 0 0,1 0-1,-1 0 1,1-1 0,-1 1-1,1 0 1,-1 0 0,0-1 0,1 1-1,1-2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2:12:37.388"/>
    </inkml:context>
    <inkml:brush xml:id="br0">
      <inkml:brushProperty name="width" value="0.1" units="cm"/>
      <inkml:brushProperty name="height" value="0.1" units="cm"/>
      <inkml:brushProperty name="color" value="#003560"/>
    </inkml:brush>
  </inkml:definitions>
  <inkml:trace contextRef="#ctx0" brushRef="#br0">0 878 24575,'0'0'0,"0"0"0,0 0 0,0 0 0,0 0 0,0 0 0,8 0 0,4 0 0,0-1 0,0-1 0,-1 0 0,1 0 0,-1-1 0,0 0 0,20-9 0,-10 1 0,-1 0 0,-1-1 0,20-16 0,27-22 0,97-95 0,-79 45 0,-27 30 0,-3 2 0,56-90 0,-106 152 0,-1-1 0,1 1 0,-1-1 0,0 1 0,-1-1 0,0 0 0,0 0 0,0 0 0,-1 0 0,0 0 0,-1-1 0,0-11 0,0 15 0,0-1 0,0 1 0,-1-1 0,1 1 0,-1-1 0,0 1 0,-1 0 0,1-1 0,-1 1 0,0 0 0,0 0 0,0 0 0,-4-5 0,3 6 0,1 0 0,-1 1 0,0-1 0,0 1 0,0-1 0,0 1 0,0 0 0,-1 0 0,1 1 0,-1-1 0,1 1 0,-1-1 0,0 1 0,1 0 0,-1 1 0,-5-1 0,-24-2 0,-49 4 0,36 0 0,37-1 0,-1 1 0,0 0 0,1 1 0,-1 0 0,1 0 0,-13 5 0,-2 4 0,-24 13 0,30-14 0,-91 54 0,95-54 0,0 0 0,1 1 0,1 1 0,-1 0 0,-13 19 0,22-26 0,0 1 0,1 0 0,0 0 0,0 0 0,1 0 0,0 1 0,0-1 0,0 1 0,1-1 0,-1 8 0,1 0 0,0 0 0,1-1 0,1 1 0,2 13 0,-1-20 0,0 0 0,0-1 0,0 1 0,0-1 0,1 0 0,0 0 0,8 11 0,33 39 0,-19-26 0,-12-13 0,40 51 0,64 63 0,42 19 0,-152-143 0,1 0 0,-1 0 0,2-1 0,-1 0 0,13 7 0,-14-10 0,-1-1 0,1 1 0,0-1 0,-1 0 0,1-1 0,0 1 0,0-2 0,12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1149 24575,'-14'8'0,"-9"3"0,-29 11 0,44-19 0,0-1 0,0 0 0,0 0 0,0-1 0,0 0 0,-1-1 0,-15 0 0,23 0 0,0-1 0,0 1 0,0 0 0,0-1 0,0 1 0,0-1 0,0 1 0,0-1 0,0 0 0,0 1 0,0-1 0,0 0 0,1 0 0,-1 0 0,0 0 0,0 1 0,1-1 0,-1 0 0,1 0 0,-1 0 0,1 0 0,-1-1 0,1 1 0,-1 0 0,1 0 0,0 0 0,0 0 0,0 0 0,-1 0 0,1 0 0,0-1 0,1 0 0,-2-3 0,2 0 0,-1 0 0,0 1 0,1-1 0,0 0 0,3-7 0,-6 16 0,0 0 0,0 0 0,0 0 0,0 0 0,-1 0 0,0-1 0,0 1 0,0-1 0,0 1 0,0-1 0,0 0 0,-1 0 0,0-1 0,1 1 0,-1-1 0,0 0 0,-1 1 0,1-2 0,0 1 0,0-1 0,-1 1 0,1-1 0,-1 0 0,1-1 0,-1 1 0,-5-1 0,-12 0 0,0-2 0,-32-6 0,40 5 0,1-1 0,0 0 0,0 0 0,0-1 0,-14-9 0,24 12 0,1 0 0,-1 0 0,0 0 0,1-1 0,-1 1 0,1-1 0,0 1 0,0-1 0,0 0 0,0 0 0,0 0 0,1 0 0,-1-1 0,1 1 0,0 0 0,0 0 0,0-1 0,1 1 0,-2-7 0,2 5 0,0-1 0,0 1 0,0-1 0,1 1 0,-1-1 0,1 1 0,1-1 0,-1 1 0,1 0 0,0 0 0,0 0 0,3-6 0,-5 11 0,0-1 0,1 0 0,-1 1 0,1-1 0,-1 0 0,0 0 0,1 1 0,-1-1 0,1 1 0,-1-1 0,1 1 0,0-1 0,-1 1 0,1-1 0,0 1 0,-1-1 0,1 1 0,0-1 0,-1 1 0,1 0 0,0 0 0,0-1 0,0 1 0,-1 0 0,1 0 0,0 0 0,0 0 0,0 0 0,-1 0 0,1 0 0,0 0 0,0 0 0,0 0 0,-1 1 0,1-1 0,0 0 0,0 0 0,-1 1 0,1-1 0,0 0 0,-1 1 0,1-1 0,0 1 0,0 0 0,0 0 0,0 0 0,0 0 0,0 0 0,0 0 0,-1 0 0,1 0 0,0 1 0,-1-1 0,1 0 0,-1 0 0,1 1 0,-1-1 0,0 0 0,0 1 0,1-1 0,-1 0 0,0 1 0,0-1 0,0 0 0,0 1 0,0-1 0,-1 0 0,1 1 0,0-1 0,-1 0 0,0 3 0,0-3 0,1 0 0,-1 1 0,0-1 0,0 0 0,0 1 0,0-1 0,0 0 0,0 0 0,0 0 0,0 0 0,0 0 0,-1 0 0,1 0 0,0 0 0,-1 0 0,1-1 0,0 1 0,-1-1 0,1 1 0,-2 0 0,0-1 0,1 0 0,-1 0 0,0 0 0,1 0 0,-1 0 0,1-1 0,-1 1 0,1-1 0,-1 1 0,1-1 0,-3-1 0,-4-2 0,1-1 0,0 0 0,0 0 0,1 0 0,-11-10 0,6 3 0,-1 0 0,2 0 0,0-1 0,0-1 0,-13-23 0,20 30 0,1 0 0,0 0 0,0 0 0,1-1 0,0 1 0,0-1 0,0 0 0,1 1 0,1-1 0,-1 0 0,1 0 0,0 0 0,1 1 0,2-13 0,-2 14 0,1-1 0,0 1 0,1 0 0,-1 0 0,1 0 0,0 0 0,0 0 0,1 0 0,0 1 0,7-8 0,-9 11 0,0 0 0,0 0 0,0 0 0,1 0 0,-1 0 0,1 0 0,-1 1 0,1-1 0,0 1 0,0 0 0,0 0 0,-1 0 0,1 0 0,0 1 0,0-1 0,0 1 0,0-1 0,0 1 0,0 0 0,0 0 0,0 1 0,0-1 0,0 1 0,0-1 0,4 2 0,0 2 0,-8-3 0,-13-3 0,9-1 0,-1 0 0,0-1 0,1 0 0,0 0 0,0 0 0,0 0 0,0-1 0,1 0 0,0 0 0,0 0 0,0-1 0,0 1 0,1-1 0,0 0 0,0 0 0,-2-9 0,1 3 0,1 1 0,0 0 0,1-1 0,1 0 0,0 0 0,0 1 0,1-1 0,2-16 0,-1 22 0,0 0 0,0 0 0,1 0 0,-1 1 0,1-1 0,1 0 0,-1 1 0,1-1 0,0 1 0,0 0 0,1 0 0,-1 0 0,1 1 0,0-1 0,1 1 0,6-6 0,-5 6 0,1-1 0,0 1 0,0 1 0,0-1 0,0 1 0,1 0 0,-1 1 0,1 0 0,0 0 0,0 0 0,16 0 0,-22 2 0,56 0 0,-53 0 0,0 0 0,0 1 0,-1 0 0,1 0 0,0 0 0,0 1 0,-1-1 0,1 1 0,6 4 0,-12-8 0,0 0 0,1 0 0,-1-1 0,0 1 0,1 0 0,-1-1 0,1 1 0,0 0 0,0-4 0,-2-29 0,2 26 0,0 0 0,1 0 0,0 1 0,1-1 0,0 0 0,0 1 0,1-1 0,0 1 0,0-1 0,1 1 0,0 0 0,8-11 0,-7 13 0,0 0 0,0 0 0,0 1 0,1 0 0,0 0 0,0 0 0,0 1 0,1-1 0,0 2 0,-1-1 0,1 1 0,1 0 0,-1 0 0,14-3 0,-3 3 0,0 0 0,1 2 0,-1-1 0,0 2 0,1 1 0,-1 0 0,23 5 0,-36-5 0,0 1 0,0 0 0,0 0 0,0 0 0,0 0 0,-1 1 0,8 5 0,0-19 0,7-9 0,1 2 0,2 0 0,40-26 0,-54 38 0,1 1 0,0 1 0,0-1 0,0 2 0,1-1 0,-1 1 0,1 1 0,0 0 0,0 0 0,0 1 0,0 0 0,0 1 0,17 1 0,-20 0 0,-1 1 0,0 0 0,0 0 0,-1 1 0,1 0 0,0 0 0,-1 0 0,1 1 0,-1-1 0,0 1 0,-1 1 0,1-1 0,-1 0 0,1 1 0,-1 0 0,-1 0 0,1 1 0,-1-1 0,0 1 0,0-1 0,4 11 0,-6-12 0,-1-1 0,1 0 0,-1 0 0,0 1 0,0-1 0,0 0 0,0 1 0,-1 4 0,16-16 0,-10 6 0,8-4 0,0 0 0,1 0 0,0 2 0,0 0 0,1 0 0,-1 1 0,26-1 0,-32 4 0,0 0 0,0 0 0,0 1 0,0 0 0,0 1 0,0 0 0,-1 0 0,1 1 0,-1 0 0,1 0 0,-1 1 0,0-1 0,0 2 0,-1-1 0,13 11 0,-14-10 0,-1-1 0,1 1 0,-1 0 0,0 1 0,0-1 0,0 1 0,-1 0 0,0 0 0,0 0 0,0 0 0,2 11 0,-3-8 0,0 1 0,-1-1 0,0 1 0,-1-1 0,0 0 0,-1 1 0,-2 15 0,3-24 0,-1-1 0,1 0 0,0 0 0,0 1 0,0-1 0,0 0 0,0 0 0,0 1 0,0-1 0,0 0 0,0 1 0,0-1 0,0 0 0,0 0 0,0 1 0,0-1 0,0 0 0,0 1 0,0-1 0,0 0 0,0 0 0,1 1 0,-1-1 0,0 0 0,0 0 0,0 1 0,0-1 0,0 0 0,1 0 0,-1 0 0,0 1 0,0-1 0,1 0 0,9-2 0,-5 1 0,7-2 0,-1 0 0,1 1 0,0 1 0,0 0 0,0 1 0,-1 0 0,23 3 0,-26-1 0,0 0 0,1 0 0,-1 1 0,0 0 0,0 1 0,-1-1 0,1 2 0,-1-1 0,0 1 0,0 0 0,10 9 0,-11-8 0,0 0 0,0 0 0,0 0 0,-1 1 0,0 0 0,-1 0 0,1 0 0,-1 1 0,-1-1 0,1 1 0,-1 0 0,-1 0 0,1 0 0,-2 1 0,1-1 0,-1 0 0,0 1 0,-1-1 0,1 1 0,-2 8 0,-1-2 0,0 0 0,-1 0 0,0 0 0,-1-1 0,-11 25 0,11-28 0,-1-1 0,-1 0 0,0-1 0,0 1 0,-1-1 0,0 0 0,-1-1 0,-10 11 0,14-17 0,1 0 0,-1 0 0,0 0 0,1-1 0,-1 1 0,0-1 0,0 0 0,0 0 0,0 0 0,0 0 0,0-1 0,-1 0 0,1 0 0,0 0 0,0 0 0,0 0 0,-7-3 0,14 4 0,-1 0 0,1 0 0,0 0 0,-1 1 0,1-1 0,-1 1 0,1-1 0,-1 1 0,0 0 0,1 0 0,-1 0 0,3 4 0,-2-2 0,1 1 0,-2 0 0,1 0 0,0 0 0,-1 0 0,2 7 0,0 2 0,-1 1 0,0-1 0,-1 1 0,-1 16 0,0-15 0,-1-1 0,-1 0 0,0 0 0,-1 1 0,-1-1 0,-9 28 0,10-37 0,0-1 0,0 0 0,-1-1 0,0 1 0,0 0 0,0-1 0,-1 0 0,1 1 0,-8 5 0,8-8 0,-1 1 0,0-1 0,0 1 0,0-1 0,0-1 0,0 1 0,0 0 0,0-1 0,0 0 0,0 0 0,-1 0 0,1-1 0,-8 1 0,-2-2 0,-1 0 0,1 0 0,-1-2 0,1 1 0,-17-7 0,-67-28 0,84 31 0,-1 0 0,-23-13 0,35 18 0,-1-1 0,1 0 0,0-1 0,0 1 0,0 0 0,1-1 0,-1 0 0,1 1 0,-1-1 0,1 0 0,0 0 0,-3-6 0,6 14 0,-1 1 0,1 0 0,-1-1 0,0 1 0,-1-1 0,0 1 0,1 0 0,-2-1 0,1 1 0,-1-1 0,0 0 0,0 1 0,0-1 0,-4 6 0,4-8 0,0-1 0,0 1 0,0-1 0,-1 1 0,1-1 0,-1 0 0,1 0 0,-1 0 0,0 0 0,0-1 0,0 1 0,0-1 0,0 1 0,0-1 0,0 0 0,-4 1 0,0-2 0,1 1 0,0-1 0,-1 0 0,1-1 0,-1 0 0,1 0 0,-9-2 0,-104-21 0,111 21-1365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1395 24575,'0'0'0,"9"-16"0,0-1 0,-1 0 0,-1-1 0,0 0 0,-1 0 0,7-37 0,-12 44 0,0 1 0,0-1 0,-1 0 0,0 1 0,-1-1 0,0 1 0,-1-1 0,0 1 0,-1-1 0,0 1 0,-1 0 0,-5-12 0,-2-1 0,1-1 0,1 0 0,1-1 0,1 0 0,1 0 0,1 0 0,2-1 0,0 1 0,2-31 0,3 9 0,14-85 0,-10 91 0,-2-1 0,-2 1 0,-5-70 0,-3 66 0,-19-71 0,-3-18 0,25 107 0,1-46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1410 24575,'0'0'0,"-8"-15"0,-15-42 0,2 0 0,2-2 0,3 0 0,2-1 0,-5-68 0,8 58 0,-4-60 0,-21-238 0,13 181 0,21 166 0,-9-68 0,8 75 0,0 1 0,0 0 0,-2 0 0,-8-19 0,-2 8-1365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24575,'0'2'0,"1"0"0,0-1 0,0 1 0,0 0 0,0-1 0,0 1 0,2 1 0,2 5 0,1 5 0,0 0 0,-2 0 0,1 0 0,-2 1 0,0-1 0,0 1 0,-1 0 0,-1 0 0,0 0 0,-2 17 0,-2 6 0,-3 0 0,-14 58 0,17-84 0,0 0 0,1 1 0,0 12 0,2-19 0,0-1 0,0 0 0,0 1 0,1-1 0,0 0 0,0 0 0,0 0 0,0 0 0,1 0 0,0 0 0,4 7 0,1 0 0,0 1 0,-1 0 0,-1 0 0,0 1 0,0-1 0,-1 1 0,-1 0 0,0 0 0,-1 1 0,0-1 0,-1 0 0,0 18 0,-8 158 0,15-2 0,-6-150 0,-2-28 0,0 0 0,1 0 0,0 0 0,0 0 0,1 0 0,4 10 0,-2-6-130,-1 1-1,0 0 1,0 0-1,0 19 1,-2-24-583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24575,'7'15'0,"-1"0"0,0 1 0,-1-1 0,-1 1 0,0 0 0,-2 0 0,2 25 0,-3-5 0,-8 67 0,1-50 0,-7 83 0,13-120 0,0-1 0,1 0 0,1 1 0,0-1 0,1 0 0,8 25 0,-5-27 0,1 0 0,0 0 0,16 21 0,-16-25 0,-1-1 0,0 1 0,-1 0 0,0 0 0,0 0 0,-1 1 0,-1-1 0,1 1 0,2 14 0,-3 14 0,-2 1 0,-1-1 0,-7 42 0,0 42 0,7-114 0,0 0 0,1 0 0,0 0 0,0 0 0,1 0 0,0 0 0,1 0 0,-1-1 0,5 9 0,-3-7 0,0 0 0,-1 0 0,3 16 0,-5-21 0,0 0 0,-1 0 0,1 0 0,-1 0 0,0 0 0,-1 0 0,1 0 0,0 0 0,-1 0 0,0 0 0,-3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24575,'0'0'0,"9"-1"0,14-1 240,29-5-1845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0 484 24575,'1'-12'0,"1"-1"0,0 1 0,1 0 0,0 0 0,1 1 0,0-1 0,1 1 0,0 0 0,12-19 0,-10 20 0,0 1 0,1 0 0,0 0 0,1 1 0,0 0 0,0 0 0,1 1 0,11-7 0,-16 10 0,0 0 0,0-1 0,0 1 0,-1-1 0,0-1 0,0 1 0,0 0 0,-1-1 0,6-12 0,-4 8 0,14-19 0,-17 26 0,1 0 0,-1 0 0,1 0 0,0 1 0,0-1 0,1 0 0,-1 1 0,0 0 0,7-3 0,68-23 0,-26 11 0,-45 15 0,0 0 0,1 1 0,0 0 0,-1 0 0,9 0 0,-8 1 0,0-1 0,1 0 0,14-4 0,-17 3 0,-1-1 0,1 0 0,-1 0 0,0 0 0,0-1 0,0 1 0,5-6 0,-4 4 0,0 0 0,1 0 0,10-6 0,36-9-1365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0 293 24575,'1'-6'0,"0"-1"0,0 1 0,0 0 0,1 0 0,-1 0 0,2 0 0,-1 0 0,1 0 0,3-6 0,0 1 0,1 1 0,0 0 0,16-17 0,-19 24 0,0-1 0,0 1 0,1 0 0,-1 0 0,1 0 0,-1 1 0,10-4 0,39-9 0,-16 4 0,-18 6 0,0 1 0,32-4 0,18-3 0,-61 9 0,1-1 0,-2 1 0,1-1 0,0-1 0,-1 0 0,11-7 0,32-33 0,-47 44 0,-1-1 0,0 1 0,0-1 0,0 1 0,0 0 0,1 0 0,-1 0 0,0 0 0,4 1 0,4 0 0,5-2-273,0 0 0,0 0 0,0-2 0,19-5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680 1149 24575,'-14'8'0,"-9"3"0,-29 11 0,44-19 0,0-1 0,0 0 0,0 0 0,0-1 0,0 0 0,-1-1 0,-15 0 0,23 0 0,0-1 0,0 1 0,0 0 0,0-1 0,0 1 0,0-1 0,0 1 0,0-1 0,0 0 0,0 1 0,0-1 0,0 0 0,1 0 0,-1 0 0,0 0 0,0 1 0,1-1 0,-1 0 0,1 0 0,-1 0 0,1 0 0,-1-1 0,1 1 0,-1 0 0,1 0 0,0 0 0,0 0 0,0 0 0,-1 0 0,1 0 0,0-1 0,1 0 0,-2-3 0,2 0 0,-1 0 0,0 1 0,1-1 0,0 0 0,3-7 0,-6 16 0,0 0 0,0 0 0,0 0 0,0 0 0,-1 0 0,0-1 0,0 1 0,0-1 0,0 1 0,0-1 0,0 0 0,-1 0 0,0-1 0,1 1 0,-1-1 0,0 0 0,-1 1 0,1-2 0,0 1 0,0-1 0,-1 1 0,1-1 0,-1 0 0,1-1 0,-1 1 0,-5-1 0,-12 0 0,0-2 0,-32-6 0,40 5 0,1-1 0,0 0 0,0 0 0,0-1 0,-14-9 0,24 12 0,1 0 0,-1 0 0,0 0 0,1-1 0,-1 1 0,1-1 0,0 1 0,0-1 0,0 0 0,0 0 0,0 0 0,1 0 0,-1-1 0,1 1 0,0 0 0,0 0 0,0-1 0,1 1 0,-2-7 0,2 5 0,0-1 0,0 1 0,0-1 0,1 1 0,-1-1 0,1 1 0,1-1 0,-1 1 0,1 0 0,0 0 0,0 0 0,3-6 0,-5 11 0,0-1 0,1 0 0,-1 1 0,1-1 0,-1 0 0,0 0 0,1 1 0,-1-1 0,1 1 0,-1-1 0,1 1 0,0-1 0,-1 1 0,1-1 0,0 1 0,-1-1 0,1 1 0,0-1 0,-1 1 0,1 0 0,0 0 0,0-1 0,0 1 0,-1 0 0,1 0 0,0 0 0,0 0 0,0 0 0,-1 0 0,1 0 0,0 0 0,0 0 0,0 0 0,-1 1 0,1-1 0,0 0 0,0 0 0,-1 1 0,1-1 0,0 0 0,-1 1 0,1-1 0,0 1 0,0 0 0,0 0 0,0 0 0,0 0 0,0 0 0,0 0 0,-1 0 0,1 0 0,0 1 0,-1-1 0,1 0 0,-1 0 0,1 1 0,-1-1 0,0 0 0,0 1 0,1-1 0,-1 0 0,0 1 0,0-1 0,0 0 0,0 1 0,0-1 0,-1 0 0,1 1 0,0-1 0,-1 0 0,0 3 0,0-3 0,1 0 0,-1 1 0,0-1 0,0 0 0,0 1 0,0-1 0,0 0 0,0 0 0,0 0 0,0 0 0,0 0 0,-1 0 0,1 0 0,0 0 0,-1 0 0,1-1 0,0 1 0,-1-1 0,1 1 0,-2 0 0,0-1 0,1 0 0,-1 0 0,0 0 0,1 0 0,-1 0 0,1-1 0,-1 1 0,1-1 0,-1 1 0,1-1 0,-3-1 0,-4-2 0,1-1 0,0 0 0,0 0 0,1 0 0,-11-10 0,6 3 0,-1 0 0,2 0 0,0-1 0,0-1 0,-13-23 0,20 30 0,1 0 0,0 0 0,0 0 0,1-1 0,0 1 0,0-1 0,0 0 0,1 1 0,1-1 0,-1 0 0,1 0 0,0 0 0,1 1 0,2-13 0,-2 14 0,1-1 0,0 1 0,1 0 0,-1 0 0,1 0 0,0 0 0,0 0 0,1 0 0,0 1 0,7-8 0,-9 11 0,0 0 0,0 0 0,0 0 0,1 0 0,-1 0 0,1 0 0,-1 1 0,1-1 0,0 1 0,0 0 0,0 0 0,-1 0 0,1 0 0,0 1 0,0-1 0,0 1 0,0-1 0,0 1 0,0 0 0,0 0 0,0 1 0,0-1 0,0 1 0,0-1 0,4 2 0,0 2 0,-8-3 0,-13-3 0,9-1 0,-1 0 0,0-1 0,1 0 0,0 0 0,0 0 0,0 0 0,0-1 0,1 0 0,0 0 0,0 0 0,0-1 0,0 1 0,1-1 0,0 0 0,0 0 0,-2-9 0,1 3 0,1 1 0,0 0 0,1-1 0,1 0 0,0 0 0,0 1 0,1-1 0,2-16 0,-1 22 0,0 0 0,0 0 0,1 0 0,-1 1 0,1-1 0,1 0 0,-1 1 0,1-1 0,0 1 0,0 0 0,1 0 0,-1 0 0,1 1 0,0-1 0,1 1 0,6-6 0,-5 6 0,1-1 0,0 1 0,0 1 0,0-1 0,0 1 0,1 0 0,-1 1 0,1 0 0,0 0 0,0 0 0,16 0 0,-22 2 0,56 0 0,-53 0 0,0 0 0,0 1 0,-1 0 0,1 0 0,0 0 0,0 1 0,-1-1 0,1 1 0,6 4 0,-12-8 0,0 0 0,1 0 0,-1-1 0,0 1 0,1 0 0,-1-1 0,1 1 0,0 0 0,0-4 0,-2-29 0,2 26 0,0 0 0,1 0 0,0 1 0,1-1 0,0 0 0,0 1 0,1-1 0,0 1 0,0-1 0,1 1 0,0 0 0,8-11 0,-7 13 0,0 0 0,0 0 0,0 1 0,1 0 0,0 0 0,0 0 0,0 1 0,1-1 0,0 2 0,-1-1 0,1 1 0,1 0 0,-1 0 0,14-3 0,-3 3 0,0 0 0,1 2 0,-1-1 0,0 2 0,1 1 0,-1 0 0,23 5 0,-36-5 0,0 1 0,0 0 0,0 0 0,0 0 0,0 0 0,-1 1 0,8 5 0,0-19 0,7-9 0,1 2 0,2 0 0,40-26 0,-54 38 0,1 1 0,0 1 0,0-1 0,0 2 0,1-1 0,-1 1 0,1 1 0,0 0 0,0 0 0,0 1 0,0 0 0,0 1 0,17 1 0,-20 0 0,-1 1 0,0 0 0,0 0 0,-1 1 0,1 0 0,0 0 0,-1 0 0,1 1 0,-1-1 0,0 1 0,-1 1 0,1-1 0,-1 0 0,1 1 0,-1 0 0,-1 0 0,1 1 0,-1-1 0,0 1 0,0-1 0,4 11 0,-6-12 0,-1-1 0,1 0 0,-1 0 0,0 1 0,0-1 0,0 0 0,0 1 0,-1 4 0,16-16 0,-10 6 0,8-4 0,0 0 0,1 0 0,0 2 0,0 0 0,1 0 0,-1 1 0,26-1 0,-32 4 0,0 0 0,0 0 0,0 1 0,0 0 0,0 1 0,0 0 0,-1 0 0,1 1 0,-1 0 0,1 0 0,-1 1 0,0-1 0,0 2 0,-1-1 0,13 11 0,-14-10 0,-1-1 0,1 1 0,-1 0 0,0 1 0,0-1 0,0 1 0,-1 0 0,0 0 0,0 0 0,0 0 0,2 11 0,-3-8 0,0 1 0,-1-1 0,0 1 0,-1-1 0,0 0 0,-1 1 0,-2 15 0,3-24 0,-1-1 0,1 0 0,0 0 0,0 1 0,0-1 0,0 0 0,0 0 0,0 1 0,0-1 0,0 0 0,0 1 0,0-1 0,0 0 0,0 0 0,0 1 0,0-1 0,0 0 0,0 1 0,0-1 0,0 0 0,0 0 0,1 1 0,-1-1 0,0 0 0,0 0 0,0 1 0,0-1 0,0 0 0,1 0 0,-1 0 0,0 1 0,0-1 0,1 0 0,9-2 0,-5 1 0,7-2 0,-1 0 0,1 1 0,0 1 0,0 0 0,0 1 0,-1 0 0,23 3 0,-26-1 0,0 0 0,1 0 0,-1 1 0,0 0 0,0 1 0,-1-1 0,1 2 0,-1-1 0,0 1 0,0 0 0,10 9 0,-11-8 0,0 0 0,0 0 0,0 0 0,-1 1 0,0 0 0,-1 0 0,1 0 0,-1 1 0,-1-1 0,1 1 0,-1 0 0,-1 0 0,1 0 0,-2 1 0,1-1 0,-1 0 0,0 1 0,-1-1 0,1 1 0,-2 8 0,-1-2 0,0 0 0,-1 0 0,0 0 0,-1-1 0,-11 25 0,11-28 0,-1-1 0,-1 0 0,0-1 0,0 1 0,-1-1 0,0 0 0,-1-1 0,-10 11 0,14-17 0,1 0 0,-1 0 0,0 0 0,1-1 0,-1 1 0,0-1 0,0 0 0,0 0 0,0 0 0,0 0 0,0-1 0,-1 0 0,1 0 0,0 0 0,0 0 0,0 0 0,-7-3 0,14 4 0,-1 0 0,1 0 0,0 0 0,-1 1 0,1-1 0,-1 1 0,1-1 0,-1 1 0,0 0 0,1 0 0,-1 0 0,3 4 0,-2-2 0,1 1 0,-2 0 0,1 0 0,0 0 0,-1 0 0,2 7 0,0 2 0,-1 1 0,0-1 0,-1 1 0,-1 16 0,0-15 0,-1-1 0,-1 0 0,0 0 0,-1 1 0,-1-1 0,-9 28 0,10-37 0,0-1 0,0 0 0,-1-1 0,0 1 0,0 0 0,0-1 0,-1 0 0,1 1 0,-8 5 0,8-8 0,-1 1 0,0-1 0,0 1 0,0-1 0,0-1 0,0 1 0,0 0 0,0-1 0,0 0 0,0 0 0,-1 0 0,1-1 0,-8 1 0,-2-2 0,-1 0 0,1 0 0,-1-2 0,1 1 0,-17-7 0,-67-28 0,84 31 0,-1 0 0,-23-13 0,35 18 0,-1-1 0,1 0 0,0-1 0,0 1 0,0 0 0,1-1 0,-1 0 0,1 1 0,-1-1 0,1 0 0,0 0 0,-3-6 0,6 14 0,-1 1 0,1 0 0,-1-1 0,0 1 0,-1-1 0,0 1 0,1 0 0,-2-1 0,1 1 0,-1-1 0,0 0 0,0 1 0,0-1 0,-4 6 0,4-8 0,0-1 0,0 1 0,0-1 0,-1 1 0,1-1 0,-1 0 0,1 0 0,-1 0 0,0 0 0,0-1 0,0 1 0,0-1 0,0 1 0,0-1 0,0 0 0,-4 1 0,0-2 0,1 1 0,0-1 0,-1 0 0,1-1 0,-1 0 0,1 0 0,-9-2 0,-104-21 0,111 21-1365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1395 24575,'0'0'0,"9"-16"0,0-1 0,-1 0 0,-1-1 0,0 0 0,-1 0 0,7-37 0,-12 44 0,0 1 0,0-1 0,-1 0 0,0 1 0,-1-1 0,0 1 0,-1-1 0,0 1 0,-1-1 0,0 1 0,-1 0 0,-5-12 0,-2-1 0,1-1 0,1 0 0,1-1 0,1 0 0,1 0 0,1 0 0,2-1 0,0 1 0,2-31 0,3 9 0,14-85 0,-10 91 0,-2-1 0,-2 1 0,-5-70 0,-3 66 0,-19-71 0,-3-18 0,25 107 0,1-46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1410 24575,'0'0'0,"-8"-15"0,-15-42 0,2 0 0,2-2 0,3 0 0,2-1 0,-5-68 0,8 58 0,-4-60 0,-21-238 0,13 181 0,21 166 0,-9-68 0,8 75 0,0 1 0,0 0 0,-2 0 0,-8-19 0,-2 8-1365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24575,'0'2'0,"1"0"0,0-1 0,0 1 0,0 0 0,0-1 0,0 1 0,2 1 0,2 5 0,1 5 0,0 0 0,-2 0 0,1 0 0,-2 1 0,0-1 0,0 1 0,-1 0 0,-1 0 0,0 0 0,-2 17 0,-2 6 0,-3 0 0,-14 58 0,17-84 0,0 0 0,1 1 0,0 12 0,2-19 0,0-1 0,0 0 0,0 1 0,1-1 0,0 0 0,0 0 0,0 0 0,0 0 0,1 0 0,0 0 0,4 7 0,1 0 0,0 1 0,-1 0 0,-1 0 0,0 1 0,0-1 0,-1 1 0,-1 0 0,0 0 0,-1 1 0,0-1 0,-1 0 0,0 18 0,-8 158 0,15-2 0,-6-150 0,-2-28 0,0 0 0,1 0 0,0 0 0,0 0 0,1 0 0,4 10 0,-2-6-130,-1 1-1,0 0 1,0 0-1,0 19 1,-2-24-583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24575,'7'15'0,"-1"0"0,0 1 0,-1-1 0,-1 1 0,0 0 0,-2 0 0,2 25 0,-3-5 0,-8 67 0,1-50 0,-7 83 0,13-120 0,0-1 0,1 0 0,1 1 0,0-1 0,1 0 0,8 25 0,-5-27 0,1 0 0,0 0 0,16 21 0,-16-25 0,-1-1 0,0 1 0,-1 0 0,0 0 0,0 0 0,-1 1 0,-1-1 0,1 1 0,2 14 0,-3 14 0,-2 1 0,-1-1 0,-7 42 0,0 42 0,7-114 0,0 0 0,1 0 0,0 0 0,0 0 0,1 0 0,0 0 0,1 0 0,-1-1 0,5 9 0,-3-7 0,0 0 0,-1 0 0,3 16 0,-5-21 0,0 0 0,-1 0 0,1 0 0,-1 0 0,0 0 0,-1 0 0,1 0 0,0 0 0,-1 0 0,0 0 0,-3 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24575,'0'0'0,"0"0"0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24575,'0'0'0,"9"-1"0,14-1 240,29-5-1845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0 484 24575,'1'-12'0,"1"-1"0,0 1 0,1 0 0,0 0 0,1 1 0,0-1 0,1 1 0,0 0 0,12-19 0,-10 20 0,0 1 0,1 0 0,0 0 0,1 1 0,0 0 0,0 0 0,1 1 0,11-7 0,-16 10 0,0 0 0,0-1 0,0 1 0,-1-1 0,0-1 0,0 1 0,0 0 0,-1-1 0,6-12 0,-4 8 0,14-19 0,-17 26 0,1 0 0,-1 0 0,1 0 0,0 1 0,0-1 0,1 0 0,-1 1 0,0 0 0,7-3 0,68-23 0,-26 11 0,-45 15 0,0 0 0,1 1 0,0 0 0,-1 0 0,9 0 0,-8 1 0,0-1 0,1 0 0,14-4 0,-17 3 0,-1-1 0,1 0 0,-1 0 0,0 0 0,0-1 0,0 1 0,5-6 0,-4 4 0,0 0 0,1 0 0,10-6 0,36-9-1365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4:54:03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0 293 24575,'1'-6'0,"0"-1"0,0 1 0,0 0 0,1 0 0,-1 0 0,2 0 0,-1 0 0,1 0 0,3-6 0,0 1 0,1 1 0,0 0 0,16-17 0,-19 24 0,0-1 0,0 1 0,1 0 0,-1 0 0,1 0 0,-1 1 0,10-4 0,39-9 0,-16 4 0,-18 6 0,0 1 0,32-4 0,18-3 0,-61 9 0,1-1 0,-2 1 0,1-1 0,0-1 0,-1 0 0,11-7 0,32-33 0,-47 44 0,-1-1 0,0 1 0,0-1 0,0 1 0,0 0 0,1 0 0,-1 0 0,0 0 0,4 1 0,4 0 0,5-2-273,0 0 0,0 0 0,0-2 0,19-5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7T23:50:50.419"/>
    </inkml:context>
    <inkml:brush xml:id="br0">
      <inkml:brushProperty name="width" value="0.2" units="cm"/>
      <inkml:brushProperty name="height" value="0.2" units="cm"/>
      <inkml:brushProperty name="color" value="#8DAE10"/>
    </inkml:brush>
  </inkml:definitions>
  <inkml:trace contextRef="#ctx0" brushRef="#br0">3793 4314 24575,'3'-10'0,"0"2"0,0 0 0,0 0 0,7-9 0,27-35 0,77-85 0,56-60-164,31-37-655,269-364-1469,-343 416 974,146-282 1,-174 251 330,-28 20 0,-27 24 0,-36 129 705,-2 0 0,-1-1-1,-3 0 1,-1 0 0,-6-55 0,1 72 113,0 0 0,-1 1-1,-2 0 1,-11-27 0,11 33 115,-1 0 0,-1 1-1,-1 0 1,0 1-1,-1 0 1,-15-15 0,8 11 77,-2 2 0,0 0 0,-1 1 1,0 2-1,-1 0 0,-1 1 1,0 1-1,-26-9 0,5 5 158,-1 2-1,0 2 0,-77-10 1,64 16 115,1 2 1,-1 3 0,0 2 0,0 3 0,-89 17 0,95-9-147,0 1 1,0 4-1,2 1 1,0 3-1,1 1 1,-54 36-1,48-22-257,1 3 0,-68 64 0,61-44 19,-78 100-1,69-66-194,5 4-1,4 2 0,-52 115 0,64-105-270,-44 140 1,65-154 444,-28 184 0,48-216 10,3 1 0,3 0 1,5 63-1,1-90 31,1 1-1,2-1 1,1-1-1,2 0 1,2 0 0,21 46-1,-18-53 74,1-1 0,1-1-1,2 0 1,0-1 0,45 44 0,-33-40-8,2-3 1,1 0 0,69 40-1,-42-34 19,111 42-1,68 2 129,-176-59 197,92 27 579,-134-37-485,28 13-1,-45-19-310,0 1 0,0 0 0,0 0 0,0 1 0,0-1 0,6 7 0,-10-8-65,1 0 0,-1 0 0,1 1 0,-1-1-1,0 0 1,1 0 0,-1 1 0,0-1 0,-1 1 0,1-1 0,0 1 0,-1-1 0,1 1 0,-1-1 0,0 1 0,0 4 0,-1-1 60,0 1 0,0-1-1,-1 0 1,0 0 0,0 0 0,-1 0 0,-3 7 0,-5 7 368,-26 36 1,-40 37 409,-30 14-408,25-34-827,-4-3-1,-2-4 1,-161 90 0,159-109 285,-1-4 1,-3-4-1,-1-4 0,-118 27 1,131-44 48,-2-4 0,-152 6 0,168-19 0,1-4 0,-1-3 0,-130-28 0,154 23-146,1-2 0,1-2 0,0-2 0,1-2 0,-64-40 0,72 37 20,2-2 1,0-1 0,1-1 0,2-1 0,1-2 0,-41-55 0,41 44 70,2-2 0,1 0 0,3-2 0,1 0 0,-15-51 0,20 42-90,2-1-1,2 0 1,3 0 0,-2-70 0,9 67 49,3 0 0,2 0 0,3 0 0,2 0 0,2 2 0,3-1 0,3 1 0,2 2 0,2-1 0,29-51 0,-26 62 96,2 1 0,2 2 0,1 1 0,3 1 0,0 1 0,3 2 0,1 2 0,1 1 0,2 1 0,0 3 0,3 1 0,0 2 0,1 2 0,64-24 0,-52 27 0,1 4 0,0 1 0,2 4 0,78-7 0,-65 14 0,0 3 0,0 3 0,87 14 0,-66 1 0,-1 3 0,-1 5 0,-1 3 0,-2 4 0,-1 4 0,81 47 0,-97-42 0,-1 3 0,-3 3 0,75 67 0,206 230 3,-140-133-32,-150-154-54,101 74 0,-131-112 212,0-1 0,2-1 0,0-2 1,1 0-1,0-2 0,51 14 0,-51-21-84,-1-1 0,2-1 0,-1-1-1,0-2 1,1-1 0,-1-2 0,0 0 0,0-2-1,48-13 1,-35 4-42,-1-1-1,-1-3 0,0-1 1,-1-1-1,73-50 0,-50 22-2,94-87 0,38-78-118,-136 138 112,-3-3-1,-4-2 0,59-118 0,-83 135 9,37-115 0,-51 125-3,-2-1 1,9-91-1,-19 107-22,-1 1 0,-1-1 0,-3 0 0,-1 1 0,-9-40 0,6 48 5,-1 1-1,-1 0 1,-1 1 0,-2 0-1,-1 1 1,0 0-1,-20-26 1,9 20 20,-1 2 0,-1 1-1,-1 1 1,-1 2 0,-2 0 0,0 2 0,-60-34-1,42 31-36,-1 3-1,0 2 0,-2 2 1,-102-24-1,97 32-147,-1 3 0,0 2 0,0 2-1,0 4 1,-96 10 0,90-1 14,0 3-1,1 2 0,1 4 1,-112 47-1,90-25 86,-150 98 0,-54 84 97,122-66-13,27-4 0,28-7 109,81-102 60,3 1-1,-29 64 1,41-73-159,1 0 1,2 0-1,-13 73 0,18-61-12,3 0 0,1 0 0,3 0 0,8 62 0,49 182 126,-50-257 6,7 21 172,9 82 0,-23-125-164,0 1 0,-1-1 0,0 0 1,-1 0-1,-1 0 0,0 0 0,0 0 1,-5 13-1,3-15-87,0-1 0,0 0 1,-1-1-1,0 1 0,-1-1 1,0 0-1,0 0 0,-1-1 0,1 0 1,-12 9-1,1-3-52,0-1-1,-1 0 1,0-1-1,-1-1 1,0-1-1,-23 8 1,4-5 59,-1-2 1,-55 9-1,35-12 80,0-3 0,-1-2 0,1-2 0,0-4 0,-114-20 0,88 4-333,1-3 0,1-4 0,-114-52-1,105 33 196,2-3 0,2-5 0,3-3 0,-95-82 0,92 60 0,4-3 0,4-4 0,-100-135 0,80 76-416,-138-262 0,142 189-223,73 153 588,-22-102 0,36 119 83,2-1 1,-2-91 0,10 102-41,1 1 0,3-1 0,0 1 0,15-48 0,-10 54 8,1 0 0,1 0 0,2 1 0,1 1 0,2 0 0,0 1 0,2 1 0,1 1 0,40-40 0,-41 47 0,1 2 0,1 0 0,0 1 0,1 1 0,1 1 0,1 1 0,-1 1 0,2 1 0,0 1 0,0 2 0,1 0 0,36-6 0,-44 12 0,0 0 0,0 1 0,1 1 0,-1 0 0,0 2 0,0 0 0,0 1 0,0 1 0,-1 0 0,1 1 0,-1 1 0,0 1 0,-1 1 0,0 0 0,0 1 0,0 0 0,-1 2 0,-1 0 0,17 16 0,-15-12 2,-2 1-1,0 1 1,-1 0 0,-1 1-1,0 0 1,12 27-1,-13-19-7,-1 0 0,-1 1 0,-1 0 0,6 39 0,-8-21-110,-3 0 1,-1 0-1,-2 1 1,-3-1-1,-1 0 1,-11 49-1,-1-24 69,-3 0 1,-4-2-1,-2 0 0,-58 110 0,38-99 53,-3-2 1,-4-2-1,-82 92 0,-13-19-6,108-114 67,-66 43-1,80-61 35,-1-1-1,0-1 1,-1-2-1,0 0 1,-34 9-1,47-18-95,-1 1-1,1-2 1,-1 0 0,0-1-1,0 0 1,1-1 0,-1-1-1,0 0 1,0-1 0,1 0-1,-1-2 1,-14-4-1,15 2-4,1 0 0,0-1 0,0 0 0,0-1 0,1 0 0,0-1 0,-12-11 0,7 3 0,0-1 0,2-1 0,0 0 0,-19-32 0,14 14-39,1 0 0,-22-62 0,22 39-195,-19-95-1,8-96-46,26 129-46,5 0-1,6 1 0,5 0 0,5 0 0,38-136 0,-22 139 211,5 1-1,5 2 0,6 2 1,4 3-1,76-117 1,-75 145-92,4 3 0,3 2 0,3 3 0,85-75 0,-92 98 190,3 4-1,1 2 1,3 2-1,1 4 1,131-59-1,-123 70 54,2 4 0,1 2 0,0 4 0,1 3 0,116-7-1,-103 18 119,0 5 0,0 3-1,-1 4 1,132 28 0,-167-23 216,0 2 0,-2 2 0,0 2 0,94 50 0,-116-51-128,-2 1 1,0 1-1,38 36 1,-46-36-58,-1 0 1,-1 2-1,-1 0 1,26 45-1,-24-31-155,-2 1 0,-2 0-1,19 67 1,-17-29 297,9 81 1,-7 56-224,-13 29-281,-31 325-1075,-43-2 824,-32-3 58,-19-7-707,102-480 1066,-42 194 112,23 1 132,34-231 30,1-1-1,2 1 1,10 56-1,-7-73-244,1 0 0,0 0-1,2 0 1,1-1-1,0 0 1,2 0-1,16 26 1,-9-23-16,1-1 0,1 0 0,0-2 0,2 0 0,0-1 0,1-1 0,26 16 0,-3-6 0,1-3 0,95 39 0,-60-35 60,1-4 1,91 16-1,-72-24 751,148 6 0,-171-21-726,-1-4 1,0-3 0,0-3-1,-1-4 1,0-3 0,-1-3-1,137-54 1,-148 45-85,-2-3 0,-1-3-1,-1-3 1,-2-2 0,-2-3 0,52-49 0,-70 55-3,-2-3 1,-2-1-1,39-58 1,-49 60-3,-2-1-1,-2-1 1,-1-1-1,18-57 1,-26 59-12,-1 0 0,-2-1 0,-1 0 0,-3 0 0,-1 0 0,-3-57-1,-3 60 18,-1-1-1,-2 1 0,-1 0 0,-2 1 1,-2 0-1,-1 0 0,-19-36 0,12 34-45,-1 2 0,-2 0-1,-2 2 1,-28-32 0,14 23-121,-2 3-1,-63-49 1,-104-53-332,-11 22 271,-221-80 227,187 88 0,6-8 0,84 25 56,114 61 17,-57-48 0,77 56-4,1-1-1,-46-59 1,57 62-23,1 0 1,1-1-1,1 0 1,-17-46 0,21 43-39,1 0 1,2-1 0,1 1 0,1-1-1,1 0 1,2 0 0,1-1 0,1 1-1,1 0 1,2 0 0,0 0 0,2 1-1,1-1 1,1 1 0,2 1 0,0 0-1,23-40 1,-15 36-4,2 1-1,0 1 1,2 1-1,1 1 1,1 1-1,1 1 1,1 1 0,1 1-1,1 1 1,32-16-1,-21 15 3,1 2-1,1 2 0,1 2 0,0 1 1,1 3-1,1 1 0,62-7 1,-43 12-17,0 3 0,105 8 0,-92 3-33,141 34-1,-123-15-20,-2 4 0,-1 5-1,-1 3 1,90 55-1,-100-47 16,-3 4-1,117 99 0,-147-108 52,-2 3 1,-2 2-1,-2 2 1,62 95-1,-69-86-178,-3 1 1,40 109-1,-44-86-150,28 144 0,-35-97-129,-6 1-1,-6 245 0,-25-114 10,-12-25 341,-5-34-32,0-37 253,6-36 488,-5 20 530,29-134-709,3-12-271,0-1 0,1 0 0,-1 1 0,0-1 1,1 1-1,0-1 0,0 1 0,0-1 0,0 5 0,0-7-123,0 1 0,0-1 0,0 0-1,0 0 1,0 0 0,1 1-1,-1-1 1,0 0 0,0 0 0,0 0-1,0 1 1,0-1 0,1 0-1,-1 0 1,0 0 0,0 0 0,0 0-1,1 1 1,-1-1 0,0 0-1,0 0 1,0 0 0,1 0 0,-1 0-1,0 0 1,0 0 0,1 0 0,-1 0-1,0 0 1,0 0 0,1 0-1,5 0 285,1 0-1,-1 0 1,1-1-1,6-1 0,5-1 80,266-49 2216,2-12-2523,-16 3-1050,11 7-390,1 18 630,-128 31-36,-122 6 428,57 9 1,-73-7 231,0 1 0,-1 0 1,1 1-1,-1 1 0,19 11 0,-27-14 91,0 2-1,-1-1 0,1 1 0,-1 0 1,0 0-1,0 0 0,-1 1 0,0 0 1,0 0-1,0 0 0,-1 1 0,5 8 1,-1 4 8,-1 0 0,0 0 0,-2 1 0,0 0 0,-1 0 0,2 27 0,-3 1-55,-2 0 0,-8 84 1,-2-64-157,-3-2 0,-3 1 0,-38 104 0,30-114 92,-1-1-1,-4-2 1,-1 0-1,-48 63 1,49-80 84,-2-1 1,-1-2-1,-2-1 1,-2-2 0,-55 40-1,44-40-6,-1-3 0,-1-2-1,-2-1 1,-67 22 0,29-19-148,-2-4 0,0-4 0,-160 15 0,93-26-189,-217-15 0,162-11 45,2-9-1,0-9 1,2-10 0,3-8-1,-371-150 1,294 66 340,17-31 5,200 119-10,-105-105 1,124 105-9,1-3 1,-59-91-1,69 86-3,2-2 0,4-1 0,1-2 0,4 0 0,2-2 0,3-1 0,3 0 0,-8-72 0,16 63 10,3-1 0,3 0 0,4 0-1,2 0 1,5 1 0,2 0-1,23-77 1,-9 66-1,4 1 0,4 1 0,69-125-1,-43 108 24,5 2 0,95-113-1,-88 129-13,3 3 0,4 4 0,2 3 0,118-80 0,-121 102 99,2 3 1,1 3 0,3 4-1,1 3 1,125-35-1,-109 46 205,142-17-1,103 12 180,-298 29-254,164-15 720,-169 11-398,0-2-1,77-24 1,-103 27-396,0-2-1,-1 0 1,0 0-1,-1-2 1,1 1 0,-1-2-1,-1 0 1,0-1 0,-1 0-1,0-1 1,0 0-1,-1-1 1,18-27 0,-17 19 37,0-1 1,-2 0-1,0 0 1,-2-1-1,0 0 1,5-29 0,-8 22-91,-1-1 1,-1 1 0,-2 0 0,-4-49 0,-2 39-113,-1-1 1,-2 1 0,-3 0 0,0 1-1,-3 0 1,-1 1 0,-38-66 0,31 67-148,-2 1 1,-1 2-1,-2 0 0,-1 2 1,-2 1-1,-50-40 1,39 40 118,-1 1 0,-1 3 1,-2 2-1,0 1 0,-51-18 0,33 20-89,-1 2 0,-1 4 0,-1 2-1,0 3 1,0 3 0,-1 3-1,0 2 1,-126 13 0,105 2-404,-135 37 0,-79 51 405,198-57 117,-171 96 0,200-92 0,2 2 0,-116 103 0,129-95 0,3 3 0,2 2 0,4 3 0,2 1 0,3 3 0,3 2 0,3 1 0,4 2 0,-37 105 0,50-107 0,2 0 0,4 2 0,3 0 0,3 1 0,3 1 0,4-1 0,3 1 0,3-1 0,4 1 0,20 101 0,-7-97-260,45 120 0,56 67-448,186 232-735,-154-284 929,108 164 392,-198-278 130,91 202-1,-119-220-56,-5 3-1,33 156 1,-49-168-58,-3 1 0,-4 0 0,-5 128 0,-5-155 131,-2 0 0,-2 0 0,-22 75 0,18-87-8,-2 0 0,-1-2 0,-1 1-1,-2-2 1,-26 35 0,20-36-15,-1-1 1,-2-1-1,-1-1 0,-35 28 0,22-25 5,-1-2-1,-79 42 0,56-40 5,-98 34 0,-73 1 10,94-39-15,-1-6-1,-227 6 1,172-28-6,-263-34 0,320 15 517,-247-66 0,335 68-372,0-1-1,0-4 1,2-1-1,1-2 0,-76-53 1,-123-122 196,17-19-360,49 45 336,35 43-260,-90-86 68,193 170 311,2-1 0,-71-103 1,98 125-341,1 0 0,1-2 0,2 1 0,1-2 0,1 0 0,1 0 0,1-1 0,-5-51 0,11 58 33,1 0 0,1-1 0,1 1 0,9-45 0,-6 49-134,2 0 1,-1 1-1,2 0 0,1 0 0,0 0 1,16-23-1,-8 18 13,2 0 1,1 1-1,0 1 0,2 1 1,0 1-1,1 1 0,35-23 1,-10 12 13,1 3 0,102-41 0,-59 35-106,177-36 0,102 12-816,26 19 321,2 31 599,-310 11-12,0 3 0,99 24-1,-132-19-187,0 3 0,-1 2 0,0 2 0,70 39-1,-72-29 31,-1 2 0,67 57 0,-54-33-204,65 75 1,44 77-256,-16 8 454,-92-124 162,128 177-15,20-19 119,-175-212-25,1-3-1,79 57 0,-88-73 84,1-1 0,1-1-1,1-2 1,0-1 0,36 10-1,-24-12-151,2-2 0,-1-2 0,64 2 0,-53-8-21,-1-4 1,82-11 0,-85 4 67,-1-2 1,0-3-1,0-2 1,-2-2-1,0-3 0,-2-1 1,0-3-1,67-46 0,-82 46-53,0-1 0,-2-2 0,32-37 0,-26 22 103,56-87 1,14-61 173,-17-7-71,75-240-999,-26-10 440,10-121 343,-51-9 0,-82 388-121,-14 24-362,-4 88 508,-15-85 0,10 117 504,-3 1 0,-2 1 0,-20-52 0,32 96-527,-2-7 484,-1 0 0,-1 0 0,-11-15 2423,16 22-2802,-1 1 1,1-1 0,-1 1 0,1-1 0,0 1-1,-1-1 1,1 1 0,-1-1 0,1 1 0,0-1-1,-1 0 1,1 0 0,1 1 0,112 26 884,-57-16-853,300 79-619,-275-64 319,-1 3 1,99 51 0,-142-59 65,-1 1 0,-1 1 1,-1 2-1,-2 2 0,0 1 0,-2 1 1,-1 2-1,-2 1 0,41 59 0,9 42-581,-60-97 578,-2 1 1,17 57-1,-16-26-311,14 109-1,-21-83 27,-5 1-1,-3-1 1,-4 1 0,-18 106-1,9-131 96,-3-1 0,-3-1 1,-3-1-1,-3 0 0,-3-2 0,-46 84 0,38-93-103,-2-1 0,-84 98 0,65-94-30,-3-3 1,-64 49-1,36-40-180,-97 53 1,-103 34-396,103-72 885,-318 94 1,-211-16-853,499-126 959,-3-10 1,1-9 0,-285-19 0,165-27 41,0-12-101,-120-14 87,-3 31 473,355 29-274,-171 22 0,224-14 140,0 1-1,1 3 1,0 1 0,1 3-1,-63 31 1,86-34-188,0 0-1,0 2 0,2 1 1,0 0-1,-29 30 1,42-36-28,0 0 1,0 1 0,1 0-1,1 0 1,0 1 0,1 0 0,0 1-1,1-1 1,1 1 0,0 0-1,1 1 1,-4 20 0,5-11 56,2 0 0,0 0-1,2 0 1,4 28 0,25 97 659,-9-75-755,4-1-1,2-2 1,3 0 0,4-2-1,2-2 1,72 100 0,-83-134-108,2-1 0,34 33 0,-44-51 0,-1 0 0,2 0 0,0-2 0,0 0 0,37 17 0,-32-20-1,1-1 0,0-1 0,0-1 0,0-2 1,0 0-1,1-1 0,0-2 0,47-2 0,-27-4-1,0-1-1,-1-3 0,0-1 0,46-18 1,-12-2-27,123-65 1,64-64-903,-129 65 592,-5-6-1,124-121 1,-176 144 359,105-133-1,-134 143-359,-3-2-1,63-123 0,-70 106-124,50-160-1,-9-103 320,-39-9 291,-26 2-204,-16 173-33,-7 1-1,-34-197 0,18 257-2,-38-119-1,30 144 52,-73-154 1,-62-48 560,93 172-374,42 71 459,-43-106 0,63 132-435,2 0 1,1 0-1,1-1 0,2 0 1,-2-52-1,6 66-46,2 1 0,0 0-1,1 0 1,1-1 0,0 1 0,1 1 0,1-1-1,0 1 1,1-1 0,1 2 0,1-1 0,0 1-1,0 0 1,1 0 0,1 1 0,22-22 0,-13 17-96,1 1 1,1 0 0,0 2-1,43-24 1,-33 24 45,1 1 0,0 2-1,42-11 1,-21 11 11,1 3 1,0 2-1,0 2 0,90 4 1,-98 3-83,-1 2 0,0 2 0,0 2 0,0 2 0,58 21 0,-78-21 0,-1 1 0,0 1 0,-1 1 0,28 20 0,-35-20 0,0 0 0,-1 1 0,0 1 0,-1 1 0,-1 0 0,13 19 0,-12-12-32,-1 1 0,-1 0 1,-2 0-1,0 2 0,-2-1 1,0 1-1,-2 0 0,5 50 0,-7-31-74,-3 0 0,-2 0 0,-1-1 0,-14 70-1,2-50-190,-2-2-1,-4 0 0,-2-1 0,-46 90 0,12-49-282,-113 156 1,-116 101-557,2-3 503,137-142 457,23 13-211,98-168 258,2 0 0,-16 65 0,28-75 85,1 0 0,3 1 0,-1 58 0,8-44 44,3 0 0,3 0 0,18 85 0,2-44-13,44 118-1,-34-128 48,57 105-1,-53-129 180,94 130 0,-94-151-65,2-2-1,2-2 1,52 42-1,-55-55-35,1-2 0,2-2 0,1-2 0,56 25 0,-43-28-82,1-3 1,1-2 0,1-3 0,92 13 0,-45-17-262,192-3 1,-189-14 203,-2-4 0,1-5 0,195-52-1,-222 41 59,-2-4 0,-1-3 0,-1-4 0,-2-3 0,103-69 0,-148 86 179,-2-2-1,0 0 1,49-55-1,-64 62-106,-2-1-1,0 0 1,-2 0 0,0-1-1,0-1 1,-2 1 0,-1-2-1,8-26 1,-9 16-51,-1 0 0,-1-1-1,-2 1 1,-1-1 0,-2 0 0,-4-38 0,-4 10-102,-2 0 1,-25-78-1,5 43-16,-4 2-1,-77-147 1,49 131-402,-127-172 0,-116-72-785,-33 36 104,-231-116 114,393 321 764,-270-127-1,-43 38 79,-14 41-233,-10 30 0,-2 20 233,353 79 233,-148-31 206,5-12 91,112 12 242,160 48-206,0-1 0,1-1 0,-45-32 0,61 36-216,1 0 0,1-1 0,0 0 0,1-1 1,0 0-1,1-1 0,0-1 0,2 0 0,0-1 1,0 1-1,2-2 0,0 1 0,1-1 1,-7-30-1,7 18-127,2 0 0,2-1 1,0 0-1,2 0 1,1 1-1,2-1 0,1 0 1,10-43-1,-4 35 126,2 0 0,2 1 1,2 0-1,1 1 0,1 1 0,24-35 1,-14 31-150,1 2 1,3 0 0,1 2 0,1 1 0,2 2-1,41-30 1,-34 32 28,2 2 1,0 2-1,2 2 0,0 2 0,74-26 0,-75 35-27,1 2 0,0 2-1,0 2 1,1 2-1,0 2 1,89 4 0,-84 5-35,-1 1 0,0 3 0,-1 2 0,0 3 0,0 1 0,53 25 0,-37-8-210,-1 3 0,-1 2 0,108 86 0,-89-53 143,147 159 0,-163-149-340,-3 2 1,-3 2-1,67 127 0,-93-142 398,-3 2-1,-2 0 1,-4 2-1,-4 1 1,17 94-1,-27-90 36,-4 1 0,-3 0 0,-4 0 0,-4 1 0,-13 91 0,-2-65 0,-5-1 0,-4 0 0,-52 127 0,-127 212 0,-51-25 0,-504 576-678,248-367 2268,503-616-1427,-73 99 1456,68-89-877,0 1 1,2 1-1,-10 26 0,22-48-543,0 1-1,0-1 0,0 0 0,1 1 0,-1-1 0,1 1 1,-1 2-1,1-4-131,0 0 1,0-1-1,1 1 1,-1 0-1,0-1 1,0 1-1,1 0 1,-1-1-1,0 1 1,1-1-1,-1 1 1,0 0-1,1-1 0,-1 1 1,1-1-1,-1 0 1,1 1-1,-1-1 1,1 1-1,0-1 1,-1 0-1,1 1 1,-1-1-1,1 0 1,0 0-1,-1 1 1,1-1-1,0 0 1,0 0-1,59 11 65,-58-10-132,263 22-685,2-22-165,-137-6 467,0-6 0,148-32 0,-198 25 186,-1-3 0,-1-4 1,-1-3-1,120-63 0,-107 38-180,-2-4 0,131-112 0,139-161-1163,-358 330 1539,645-643-2775,-447 443 2842,162-150-140,24 29-591,-323 277 813,68-38 1,-102 68 58,0 1 0,0 1 0,1 1 1,1 1-1,43-8 0,-54 15-197,1 1 0,-1 0-1,1 2 1,-1 0 0,0 1 0,1 1-1,21 5 1,-18-1-8,-1 1 0,1 0 0,-1 2 0,-1 0 0,26 16 0,-18-7-5,-1 0 0,-1 3 0,26 25 0,-19-13 6,46 59-1,-35-30 413,-3 1 0,49 101 0,-43-62-137,33 109 0,-29-33-434,-40-126 511,7 80 1,-16-96-146,-1 0 0,-2 0 0,-7 40 0,4-48-164,-2-1 0,-1 0 0,-2 0 0,-18 42 0,10-36-51,-2 0 1,-1-2-1,-1 0 0,-2-1 0,-36 36 0,8-16-119,-108 83 1,69-71-622,-146 78 0,33-46 447,-75 4-521,26-24-353,-297 46 0,338-89-114,-405 9 1,453-45 595,1-6 1,-161-34-1,139 7 534,-259-88-1,273 63 352,-197-105 1,-142-117-39,-158-158 1125,589 381-969,3-2 0,2-4 0,-91-110 0,121 123-318,2-2 0,2-2 0,3-1 1,3-2-1,-42-108 0,56 115 5,3 0 0,2-2 0,2 0 0,3 0 0,3-1 0,2 0 0,4-65 0,3 71 0,3 0 0,2 1 0,2-1 0,2 2 0,3 0 0,2 0 0,2 2 0,29-55 0,-11 39 57,3 2 1,2 1-1,78-86 0,-47 70 184,157-126 0,-114 117-241,151-85 0,143-41 0,78 8-13,13 39 185,-419 140 223,213-66 81,-13-22 955,-276 110-1387,71-37-11,-68 34 135,0 0 0,0-1-1,-1 0 1,0 0-1,12-15 1,-18 20-61,0-1 0,0 1 1,0 0-1,-1-1 0,0 0 0,1 1 1,-1-1-1,0 0 0,0 0 0,0 0 0,-1 1 1,1-1-1,-1 0 0,0 0 0,1 0 0,-1 0 1,-1 0-1,1 0 0,-1-6 0,-1 5 29,1 0-1,-1 0 1,0 0 0,0 0-1,0 0 1,-1 0-1,1 0 1,-1 1 0,0-1-1,0 1 1,0 0 0,-7-5-1,1 1 81,-1 0 0,-1 1 0,1 0 0,-1 0 0,0 1 0,0 1 0,-17-5 0,0 3 55,0 1-1,-32-2 1,5 4-382,0 2-1,1 3 0,-67 11 0,-162 44-1341,-238 105-93,12 37 181,482-188 1360,-298 130 5,15 30 0,200-96 0,-134 118 0,-73 120 0,250-237 0,3 4 0,4 2 0,3 3 0,4 2 0,4 3 0,-67 170 0,78-147 0,4 1 0,-33 222 0,45-152 0,4 208 0,23-145-280,25-7-287,-23-205 484,1-1-1,2 0 1,24 54 0,-26-71 139,1-1 1,0 0-1,1-1 0,1 0 1,0 0-1,1-1 1,1-1-1,26 22 1,-13-16-23,0-2 0,2 0 1,38 16-1,96 31 273,238 56 45,10-30-142,55-17-820,3-40 0,-366-34 610,165-21 0,-187 9 0,-1-4 0,120-41 0,-99 19-274,-3-4 0,-1-4 0,106-71 0,-82 37-323,199-178 1,-217 162 378,-5-4 1,-5-4-1,155-229 1,-170 207 24,-5-4-1,-5-2 1,78-228 0,-31-34 114,-31-7-91,-20-4 9,-11-2 108,-50 392 55,1-3 5,57-429 38,26 8 1019,-38 266-297,-37 141-334,2 1 1,1 1-1,20-35 1,-28 57-195,0 0 0,1 0 1,0 0-1,0 1 0,1 0 0,0 0 1,1 1-1,17-13 0,-19 16-34,1 0 1,-1 1-1,1 0 0,-1 0 0,1 0 1,0 1-1,0 0 0,0 1 0,1 0 1,-1 0-1,0 0 0,14 2 0,-8 1-21,0 0 0,1 2 0,-1-1 1,0 2-1,-1 0 0,1 0 0,-1 1 0,17 11 0,0 2 204,-1 2 1,33 30-1,11 17-737,-3 4 1,66 88-1,-97-108 327,-2 1 0,-2 3 0,-3 0 0,-2 2 0,-3 1 0,-3 1 0,31 115-1,-34-78-601,-3 1-1,5 122 0,-18-95-272,-16 172 1,0-192 800,-5 0 0,-4-1 0,-4-1 0,-5-1 0,-49 113 0,23-92 96,-6-1 0,-98 146 0,107-194 0,-2-3 0,-4-2 0,-2-3 0,-4-2 0,-2-3 0,-84 59 0,61-58-335,-3-3 0,-2-5-1,-2-4 1,-3-5 0,-1-3-1,-2-5 1,-180 40 0,-51-28-1029,-6-30 809,-339-31 499,613 9 47,-519-11-445,2 42 279,168 33 212,10 43 1117,250-48-471,115-39 122,-69 43 0,87-46-342,0 1 1,1 1 0,0 1-1,-21 25 1,28-27-64,1 1 1,0 0 0,1 1-1,1 0 1,1 0 0,-10 26 0,9-13-25,1 1 1,2 0 0,-6 45 0,2 96-530,10-80 143,5-1 0,3 0 0,36 170 0,-33-224 9,0 0 0,3-1 0,17 36 0,-22-55 0,1-1 1,1 0-1,0 0 1,1-1 0,1-1-1,1 0 1,-1-1-1,21 17 1,-11-15-48,0 0 1,1-1 0,1-1 0,0-2-1,26 10 1,-4-6-227,91 18 0,-76-23 169,1-3 1,0-3 0,0-2 0,0-4 0,0-2 0,0-2 0,119-29 0,-111 15 23,-1-4 0,0-2 0,-2-3 0,-1-3 0,-2-2 0,91-66 0,168-170-1181,-26-29-291,353-395 1234,-358 379 325,138-159-196,122-129-603,-182 228-419,15 18 543,252-154 756,-466 398 1017,-121 84-797,83-33 0,-95 48 106,1 1 0,78-14-1,-84 22 184,-1 2 0,1 1-1,0 2 1,41 5 0,-43-1-405,1 1-1,-1 2 1,-1 1-1,1 1 1,-1 2 0,-1 1-1,0 1 1,-1 2 0,-1 1-1,0 1 1,-1 1 0,0 1-1,-2 1 1,-1 2 0,39 43-1,-35-30-182,-1 1 0,-2 0 0,35 70 0,-49-82-28,0-1 0,-2 1 1,-1 1-1,0-1 1,-2 1-1,-1 1 0,2 49 1,-8-45-91,0-1 0,-2 1 1,-1-1-1,-1 0 0,-17 47 0,3-25-186,-2-1-1,-34 56 0,22-51 66,-2-1 0,-66 75-1,46-68 254,-102 84 0,60-68-356,-3-5 0,-199 105 0,128-93-515,-2-9 0,-4-7-1,-188 45 1,211-75 480,-228 27 0,257-54-165,1-4-1,-172-15 1,122-11 488,-253-61 0,-164-80 177,172 42-393,-4 23-661,-40 37 836,330 52-110,-198 16 1,251-1 391,0 3 1,0 3-1,-151 51 1,177-45 18,1 2 0,2 3 0,0 1 1,2 3-1,1 3 0,-59 49 0,30-11 5,3 3-1,-103 131 1,107-109-106,4 3-1,-56 112 1,13 34-98,88-182-22,3 1 0,-11 66 1,22-80-1,2 0 0,2 0 1,4 64-1,3-72 7,2 0-1,2 0 1,1-1-1,19 56 1,-14-61-6,2-1 0,1 0 0,2-1 1,1-1-1,1-1 0,2-1 0,1 0 1,1-2-1,2-1 0,1-1 0,1-1 0,1-2 1,1 0-1,1-2 0,2-2 0,0-1 1,0-1-1,58 21 0,-41-22 5,0-3-1,1-2 0,61 7 1,-48-13-69,1-2 0,76-6 1,-48-7-163,-2-3 0,1-5-1,165-53 1,-124 23-272,215-111 0,101-111-221,-24-42 10,-16-18-265,-312 250 675,553-427-388,-245 223 577,18 30 1212,-356 219-358,91-34 0,-132 59-228,1 1 0,0 1-1,1 1 1,-1 2 0,1 0 0,51 1-1,-53 5 9,0 1 0,0 1 0,0 1 0,-1 1-1,1 1 1,25 12 0,-29-9-127,-1 0 1,0 1-1,-1 2 0,-1 0 0,0 1 0,-1 1 1,18 18-1,-10-5-282,-1 1-1,28 44 1,33 72-85,-56-87-207,40 110-1,-57-129 111,-2 1-1,-2 0 1,-2 0 0,3 43-1,-9-61 74,-1 0 0,-1 0 0,-1 0 0,-1 0 0,-1 0 0,-13 40 0,8-37 0,-1 0 0,-2-1 0,0 0 0,-1-1 0,-22 28 0,13-24 0,-1 0 0,-2-1 0,0-1 0,-2-2 0,-1 0 0,0-2 0,-2-2 0,0 0 0,-34 15 0,3-8 20,-111 33-1,-70 0-112,164-41-17,-21 5-537,-204 46 71,-2-11 606,50-24 2,-1-20-525,217-15 473,1-1 0,-1-2 0,1-2 0,-42-11 0,55 10 21,1-2 0,0 0 0,1-1 0,0-2 0,0 0 0,1-2 0,-22-17 0,27 18 206,1-1 0,0-1 0,-23-27-1,37 39-95,1 2-9,0 0 1,0 0 0,1 0 0,-1 0-1,0 0 1,0-1 0,1 1 0,-1 0-1,1 0 1,-1-4 0,1 5-94,0 0-1,0 0 1,0 0 0,0 0 0,0 0 0,0-1 0,0 1-1,0 0 1,0 0 0,0 0 0,1 0 0,-1 0 0,0 0-1,0 0 1,0-1 0,0 1 0,0 0 0,1 0 0,-1 0-1,0 0 1,0 0 0,0 0 0,0 0 0,0 0 0,1 0-1,-1 0 1,0 0 0,0 0 0,0 0 0,0 0 0,1 0-1,-1 0 1,0 0 0,0 0 0,0 0 0,0 0 0,1 0-1,-1 0 1,0 0 0,0 0 0,0 0 0,0 1 0,0-1 0,1 0-1,-1 0 1,9 4 161,-8-4-170,10 7 0,0-1 0,-1 2 0,0-1 0,0 1 0,0 1 0,11 13 0,0 3 0,25 39 0,102 180-889,-35-53 91,59 61 657,-115-179 123,88 88 1,-101-119 21,1-3 1,2-1-1,56 34 0,-65-49 0,2-1-1,1-3 1,0-1 0,80 23-1,-74-29-3,1-3 0,0-2 0,0-2 0,0-2 0,65-4 0,-55-4 0,0-3 0,-1-2 0,0-2 0,58-22 0,-43 8 0,-2-4 0,-1-2 0,-1-4 0,-2-2 0,-2-4 0,-2-2 0,74-67 0,-80 57 0,-3-2 0,-2-2 0,-2-2 0,-4-2 0,-2-2 0,-2-2 0,-4-2 0,36-90 0,-38 65 0,-4-1 0,-4-1 0,-5-1 0,-3-1 0,-5-1 0,2-101 0,-14 97 0,-4 0 0,-5 0 0,-4 0 0,-4 1 0,-5 1 0,-39-116 0,33 141 0,-4 1 0,-3 2 0,-52-85 0,49 101 0,-3 1 0,-1 2 0,-3 3 0,-63-59 0,64 71 0,-2 3 0,-2 1 0,-64-35 0,47 35 0,-2 3 0,-81-27 0,56 30 0,-112-21 0,-94 7 0,-143 26 0,-2 26 0,-197-3 0,265-40-283,292 19 100,1-4-1,-121-43 1,158 45 101,1-3-1,-78-47 1,90 46 85,1-2 0,1 0 1,1-2-1,-33-37 0,30 24-3,1-1 0,2-2 0,2 0 0,-36-78 0,38 63 0,3 0 0,1-2 0,-14-84 0,25 99 0,3-1 0,2 1 0,1-1 0,5-51 0,0 63 0,2 0 0,0 1 0,3-1 0,0 1 0,2 1 0,20-43 0,-13 40 0,1 0 0,2 2 0,36-45 0,-25 40 0,2 1 0,49-39 0,-24 29 0,3 2 0,1 3 0,103-47 0,-99 57 0,83-26 0,-97 41 0,0 1 0,72-7 0,-85 16 0,0 2 0,0 2 0,73 9 0,-81-4 0,0 1 0,0 2 0,-1 2 0,0 0 0,38 20 0,-38-14 14,0 1-1,-1 2 1,44 38-1,-39-26-59,-2 1-1,38 47 1,-24-16-329,-3 1 1,-2 2 0,33 77-1,-35-58 345,-4 1 0,-3 2 0,-4 1 0,17 105 0,-32-119 35,-4 1 0,-3-1 0,-4 1 0,-3 0 0,-16 117 0,4-114-104,-4-1-1,-34 93 1,14-72-241,-59 111 0,-73 83-402,-20-11 259,51-86-284,-160 229 588,12 9-404,239-359 691,-66 145 0,100-188-74,1 2 0,1-1-1,2 1 1,1 1-1,2 0 1,2 0-1,-1 50 1,7-48-34,1 1 0,1-1 0,3 0 0,1-1 0,23 66 0,-15-63 0,1 0 0,2-2 0,2 0 0,48 66 0,-54-83 119,1-1-1,1-1 1,1-1 0,1 0 0,0-1-1,1-1 1,0-1 0,1-1 0,1-1-1,0 0 1,0-2 0,33 11 0,-15-11 1,1-1 0,0-2 1,0-2-1,0-2 1,61-2-1,-22-7 304,147-27 0,-110 5-427,218-80 0,95-89 4,-18-48-1,-300 166 0,151-141 0,-109 68 25,145-188 0,109-191-1279,-398 517 1173,838-1239-847,-641 930 981,20 16 421,-142 210 1004,-72 83-889,0 2 1,1 0-1,1 1 0,30-19 1,-38 26-342,1 1 1,-1 0-1,0 0 1,15-2 0,-19 4-199,1 0 0,-1 1 0,0 0 0,0 0 0,1 0 0,-1 0 0,0 0 1,1 1-1,-1-1 0,0 1 0,0 0 0,0 0 0,1 0 0,2 2 0,-21-13-50,-24-21 0,7 5 0,-82-59-424,-3 5 0,-4 6 0,-186-86 0,36 53 489,-6 14-838,-47-18-155,28-2 921,-63-22-87,-6 17-1598,212 78 1633,-2 6 1,-238-20-1,284 48 62,-1 4 0,1 5 0,-1 5-1,-162 32 1,172-16-3,0 4 0,-181 79 0,179-58 0,1 4 0,-135 97 0,155-89-97,2 3 0,-78 84 0,72-57-223,-97 138 0,-43 123-321,35 20 350,18 18 138,-23 52 174,189-430 78,-43 86 393,36-75-412,-1-1 0,-18 22 0,27-37 96,-1 0-1,0-1 1,0 0-1,-1 0 1,0-1-1,0 0 0,0 0 1,-12 5-1,13-7 8,-1 0-1,0-1 1,-1 1-1,1-2 1,0 1-1,-1-1 1,1 0-1,-1-1 1,1 0-1,-8 0 1,-7-3 236,1 0 1,-31-9-1,-41-19 914,42 14-1060,-236-73-419,-177-61-404,357 110 437,1-5 1,-121-72 0,183 91 112,2-2 0,1-2 0,-54-51 0,67 54 0,1-2 0,2-1 0,1 0 0,2-2 0,-19-36 0,20 28 0,2-1 0,2-1 0,2-1 0,2 0 0,2 0 0,2-1 0,1-1 0,3 0 0,1-82 0,5 87 0,3 0 0,1 0 0,2 1 0,2-1 0,1 2 0,2-1 0,2 2 0,2 0 0,1 0 0,2 2 0,28-41 0,-23 43-67,2 2 0,1 1 1,51-45-1,-37 41-128,3 2-1,58-34 1,107-38-392,7 21 321,-43 28 9,2 8 1,2 8 0,219-22-1,-177 44-167,2 8 1,283 26-1,-324 1-111,0 8 1,-1 9 0,176 56-1,116 78 145,-10 25-138,-331-137 488,340 119 37,-392-153 6,0-4 0,1-3 0,1-3 0,99 1 0,-110-13 13,1-4 0,-1-3 0,92-21 0,-80 8-17,0-4 0,110-48-1,-79 19 205,-1-5 1,-4-4-1,-2-5 1,157-132-1,-140 92 44,154-120 3682,-171 155-2911,107-79 831,-19 11-2614,-174 127 165,138-98-6226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00:01:54.8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4715 0 24575,'0'0'0,"-2"4"0,-55 122 0,-9-5 0,41-76 0,-170 328-920,176-333 873,-149 304-1539,-9-6-342,71-151 1416,-41 66-353,-346 601-1875,16 30-418,214-359 1010,-4 10 1276,-13-10 1232,-66 71 2799,183-319 3871,173-292-3821,-3 10-2970,0 0-1,0 1 1,8-4-1,-2 1-174,211-109-681,-60 31-22,230-115-1367,5 18 1916,-144 78-993,2 14 326,-240 85 1105,-4 1 238,0 0 0,0 1 0,25-2 0,-37 5-554,-1 0 0,0 0 0,1 0 1,-1 0-1,0 0 0,1 0 1,-1 0-1,0 1 0,1-1 1,-1 0-1,0 0 0,1 0 0,-1 0 1,0 0-1,1 1 0,-1-1 1,0 0-1,0 0 0,1 1 1,-1-1-1,0 0 0,0 1 0,1-1 1,-1 0-1,0 1 0,0-1 1,0 1-1,1-1 0,-1 0 1,0 1-1,0-1 0,0 1 0,0-1 1,0 0-1,0 1 0,0-1 1,0 1-1,0-1 0,0 1 1,0-1-1,0 1 0,0-1 0,0 1 1,0 3 180,-1-1 1,0 1 0,0-1-1,-2 6 1,3-7-203,-9 22-11,-12 26 0,16-40 0,-33 72 0,-15 30-164,-24 40-655,-50 82-164,-43 64 0,-591 951-2747,-33-23-404,269-405 872,42 34 2450,394-678 1544,19-30-97,17-32 836,15-29 2387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08.04.2025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00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91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983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9315-E620-E6B8-1824-47D33A89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D07473-2D33-8B56-3772-ACD135DE6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59CD24-2A63-6ECD-1CF5-CB5593C1E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3D8693-3460-D8E5-7D6F-6F0C8E2FE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4397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000"/>
            <a:ext cx="7560000" cy="3240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68000" y="4680000"/>
            <a:ext cx="7560000" cy="144000"/>
          </a:xfrm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0D81F06-1D47-4C44-8C29-89662B0E1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8000" y="3499200"/>
            <a:ext cx="2505600" cy="173898"/>
          </a:xfrm>
          <a:prstGeom prst="rect">
            <a:avLst/>
          </a:prstGeom>
        </p:spPr>
      </p:pic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84C7B36F-18FD-48F5-9A0D-FC40AEE68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-1"/>
            <a:ext cx="8182800" cy="3186000"/>
          </a:xfrm>
          <a:custGeom>
            <a:avLst/>
            <a:gdLst>
              <a:gd name="connsiteX0" fmla="*/ 0 w 8182800"/>
              <a:gd name="connsiteY0" fmla="*/ 0 h 3186000"/>
              <a:gd name="connsiteX1" fmla="*/ 8182800 w 8182800"/>
              <a:gd name="connsiteY1" fmla="*/ 0 h 3186000"/>
              <a:gd name="connsiteX2" fmla="*/ 8182800 w 8182800"/>
              <a:gd name="connsiteY2" fmla="*/ 1 h 3186000"/>
              <a:gd name="connsiteX3" fmla="*/ 7225201 w 8182800"/>
              <a:gd name="connsiteY3" fmla="*/ 1 h 3186000"/>
              <a:gd name="connsiteX4" fmla="*/ 7225201 w 8182800"/>
              <a:gd name="connsiteY4" fmla="*/ 1440001 h 3186000"/>
              <a:gd name="connsiteX5" fmla="*/ 8182800 w 8182800"/>
              <a:gd name="connsiteY5" fmla="*/ 1440001 h 3186000"/>
              <a:gd name="connsiteX6" fmla="*/ 8182800 w 8182800"/>
              <a:gd name="connsiteY6" fmla="*/ 3186000 h 3186000"/>
              <a:gd name="connsiteX7" fmla="*/ 0 w 8182800"/>
              <a:gd name="connsiteY7" fmla="*/ 3186000 h 31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82800" h="3186000">
                <a:moveTo>
                  <a:pt x="0" y="0"/>
                </a:moveTo>
                <a:lnTo>
                  <a:pt x="8182800" y="0"/>
                </a:lnTo>
                <a:lnTo>
                  <a:pt x="8182800" y="1"/>
                </a:lnTo>
                <a:lnTo>
                  <a:pt x="7225201" y="1"/>
                </a:lnTo>
                <a:lnTo>
                  <a:pt x="7225201" y="1440001"/>
                </a:lnTo>
                <a:lnTo>
                  <a:pt x="8182800" y="1440001"/>
                </a:lnTo>
                <a:lnTo>
                  <a:pt x="8182800" y="3186000"/>
                </a:lnTo>
                <a:lnTo>
                  <a:pt x="0" y="318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28E9FB3-DC3C-4E55-9877-2DEEAAB329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25200" y="0"/>
            <a:ext cx="1440362" cy="1440000"/>
          </a:xfrm>
          <a:prstGeom prst="rect">
            <a:avLst/>
          </a:prstGeom>
        </p:spPr>
      </p:pic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895200"/>
            <a:ext cx="3527936" cy="324000"/>
          </a:xfrm>
        </p:spPr>
        <p:txBody>
          <a:bodyPr/>
          <a:lstStyle>
            <a:lvl1pPr>
              <a:lnSpc>
                <a:spcPts val="2500"/>
              </a:lnSpc>
              <a:defRPr cap="all" baseline="0"/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7199" y="3895200"/>
            <a:ext cx="2505600" cy="324000"/>
          </a:xfrm>
        </p:spPr>
        <p:txBody>
          <a:bodyPr anchor="ctr" anchorCtr="0"/>
          <a:lstStyle>
            <a:lvl1pPr algn="ctr">
              <a:defRPr sz="1050"/>
            </a:lvl1pPr>
          </a:lstStyle>
          <a:p>
            <a:r>
              <a:rPr lang="de-DE" dirty="0"/>
              <a:t>Logo auf Platzhalter ziehen</a:t>
            </a:r>
          </a:p>
        </p:txBody>
      </p:sp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8172000" cy="720000"/>
          </a:xfrm>
        </p:spPr>
        <p:txBody>
          <a:bodyPr/>
          <a:lstStyle>
            <a:lvl1pPr>
              <a:lnSpc>
                <a:spcPts val="57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476441"/>
            <a:ext cx="8172000" cy="1439863"/>
          </a:xfrm>
        </p:spPr>
        <p:txBody>
          <a:bodyPr/>
          <a:lstStyle>
            <a:lvl1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1pPr>
            <a:lvl2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2pPr>
            <a:lvl3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3pPr>
            <a:lvl4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4pPr>
            <a:lvl5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5pPr>
            <a:lvl6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6pPr>
            <a:lvl7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7pPr>
            <a:lvl8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8pPr>
            <a:lvl9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2910894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828000"/>
            <a:ext cx="8172000" cy="540000"/>
          </a:xfrm>
        </p:spPr>
        <p:txBody>
          <a:bodyPr/>
          <a:lstStyle>
            <a:lvl1pPr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367999"/>
            <a:ext cx="8172000" cy="2916000"/>
          </a:xfrm>
        </p:spPr>
        <p:txBody>
          <a:bodyPr/>
          <a:lstStyle>
            <a:lvl1pPr>
              <a:lnSpc>
                <a:spcPts val="4400"/>
              </a:lnSpc>
              <a:spcAft>
                <a:spcPts val="0"/>
              </a:spcAft>
              <a:defRPr sz="3600" b="0">
                <a:solidFill>
                  <a:schemeClr val="bg1"/>
                </a:solidFill>
              </a:defRPr>
            </a:lvl1pPr>
            <a:lvl2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2pPr>
            <a:lvl3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3pPr>
            <a:lvl4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4pPr>
            <a:lvl5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5pPr>
            <a:lvl6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6pPr>
            <a:lvl7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7pPr>
            <a:lvl8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8pPr>
            <a:lvl9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05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2000" y="468000"/>
            <a:ext cx="5040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1999" y="3952800"/>
            <a:ext cx="5040000" cy="32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25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 userDrawn="1">
          <p15:clr>
            <a:srgbClr val="FBAE40"/>
          </p15:clr>
        </p15:guide>
        <p15:guide id="2" pos="4468" userDrawn="1">
          <p15:clr>
            <a:srgbClr val="FBAE40"/>
          </p15:clr>
        </p15:guide>
        <p15:guide id="3" orient="horz" pos="291" userDrawn="1">
          <p15:clr>
            <a:srgbClr val="FBAE40"/>
          </p15:clr>
        </p15:guide>
        <p15:guide id="4" orient="horz" pos="241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7D7879-BA70-4DD0-99E9-74C1A1FA34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324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000" y="954000"/>
            <a:ext cx="4536000" cy="302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20000" y="918000"/>
            <a:ext cx="342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1374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0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562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 userDrawn="1">
          <p15:clr>
            <a:srgbClr val="FBAE40"/>
          </p15:clr>
        </p15:guide>
        <p15:guide id="5" orient="horz" pos="2564" userDrawn="1">
          <p15:clr>
            <a:srgbClr val="FBAE40"/>
          </p15:clr>
        </p15:guide>
        <p15:guide id="6" orient="horz" pos="1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40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61E425-9AF3-4B68-A7DE-55697E5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8701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2F6D41-300A-44A6-A773-F84C7424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| ggf. weitere Angaben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177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468000" y="918000"/>
            <a:ext cx="7560000" cy="33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/>
          <p:cNvSpPr>
            <a:spLocks noGrp="1"/>
          </p:cNvSpPr>
          <p:nvPr userDrawn="1">
            <p:ph type="dt" sz="half" idx="2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720000" y="4752000"/>
            <a:ext cx="6300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r>
              <a:rPr lang="de-DE" dirty="0"/>
              <a:t>Titel | ggf. weitere Angaben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752000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‹Nr.›</a:t>
            </a:fld>
            <a:r>
              <a:rPr lang="de-DE"/>
              <a:t> </a:t>
            </a:r>
            <a:endParaRPr lang="de-DE" dirty="0"/>
          </a:p>
        </p:txBody>
      </p:sp>
      <p:grpSp>
        <p:nvGrpSpPr>
          <p:cNvPr id="31" name="Regieanweisungen"/>
          <p:cNvGrpSpPr/>
          <p:nvPr userDrawn="1"/>
        </p:nvGrpSpPr>
        <p:grpSpPr>
          <a:xfrm>
            <a:off x="-2088000" y="-468000"/>
            <a:ext cx="13284000" cy="6083999"/>
            <a:chOff x="-2088000" y="-468000"/>
            <a:chExt cx="13284000" cy="6083999"/>
          </a:xfrm>
        </p:grpSpPr>
        <p:grpSp>
          <p:nvGrpSpPr>
            <p:cNvPr id="29" name="Listenebenen"/>
            <p:cNvGrpSpPr/>
            <p:nvPr userDrawn="1"/>
          </p:nvGrpSpPr>
          <p:grpSpPr>
            <a:xfrm>
              <a:off x="-2088000" y="1368000"/>
              <a:ext cx="1980000" cy="2319874"/>
              <a:chOff x="-2088000" y="1368000"/>
              <a:chExt cx="1980000" cy="2319874"/>
            </a:xfrm>
          </p:grpSpPr>
          <p:sp>
            <p:nvSpPr>
              <p:cNvPr id="12" name="Text // Listenebene erhöhen"/>
              <p:cNvSpPr txBox="1"/>
              <p:nvPr userDrawn="1"/>
            </p:nvSpPr>
            <p:spPr>
              <a:xfrm>
                <a:off x="-2016000" y="2787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13" name="Text // Listenebene verringern"/>
              <p:cNvSpPr txBox="1"/>
              <p:nvPr userDrawn="1"/>
            </p:nvSpPr>
            <p:spPr>
              <a:xfrm>
                <a:off x="-2016000" y="3291874"/>
                <a:ext cx="936000" cy="39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5" name="Listenebenen"/>
              <p:cNvSpPr txBox="1"/>
              <p:nvPr userDrawn="1"/>
            </p:nvSpPr>
            <p:spPr>
              <a:xfrm rot="10800000" flipH="1" flipV="1">
                <a:off x="-2088000" y="1368000"/>
                <a:ext cx="1980000" cy="828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Listen erstellen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Wechseln Sie die Textebene</a:t>
                </a:r>
              </a:p>
              <a:p>
                <a:pPr marL="0" marR="0" lvl="0" indent="0" algn="r" defTabSz="90595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 baseline="0" dirty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 baseline="0" dirty="0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</a:p>
            </p:txBody>
          </p:sp>
          <p:pic>
            <p:nvPicPr>
              <p:cNvPr id="27" name="Bild // Listenebene verringern"/>
              <p:cNvPicPr>
                <a:picLocks noChangeAspect="1"/>
              </p:cNvPicPr>
              <p:nvPr userDrawn="1"/>
            </p:nvPicPr>
            <p:blipFill>
              <a:blip r:embed="rId18"/>
              <a:stretch>
                <a:fillRect/>
              </a:stretch>
            </p:blipFill>
            <p:spPr>
              <a:xfrm>
                <a:off x="-963360" y="3291874"/>
                <a:ext cx="855360" cy="396000"/>
              </a:xfrm>
              <a:prstGeom prst="rect">
                <a:avLst/>
              </a:prstGeom>
            </p:spPr>
          </p:pic>
          <p:pic>
            <p:nvPicPr>
              <p:cNvPr id="28" name="Bild // Listenebene erhöhen"/>
              <p:cNvPicPr>
                <a:picLocks noChangeAspect="1"/>
              </p:cNvPicPr>
              <p:nvPr userDrawn="1"/>
            </p:nvPicPr>
            <p:blipFill>
              <a:blip r:embed="rId19"/>
              <a:stretch>
                <a:fillRect/>
              </a:stretch>
            </p:blipFill>
            <p:spPr>
              <a:xfrm>
                <a:off x="-963360" y="2787874"/>
                <a:ext cx="855360" cy="396000"/>
              </a:xfrm>
              <a:prstGeom prst="rect">
                <a:avLst/>
              </a:prstGeom>
            </p:spPr>
          </p:pic>
        </p:grpSp>
        <p:sp>
          <p:nvSpPr>
            <p:cNvPr id="14" name="Zurücksetzen"/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Menü: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Haken bei Führungslinien setzen</a:t>
              </a:r>
            </a:p>
          </p:txBody>
        </p:sp>
        <p:sp>
          <p:nvSpPr>
            <p:cNvPr id="16" name="Fußzeile"/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2283786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</p:grp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61B1FA0-8233-4248-B899-BF9702E3E986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89C4D98-9606-4382-895C-2F9999CA328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6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2" r:id="rId11"/>
    <p:sldLayoutId id="2147483664" r:id="rId12"/>
    <p:sldLayoutId id="2147483665" r:id="rId13"/>
    <p:sldLayoutId id="2147483666" r:id="rId14"/>
    <p:sldLayoutId id="2147483654" r:id="rId15"/>
    <p:sldLayoutId id="2147483655" r:id="rId16"/>
  </p:sldLayoutIdLst>
  <p:hf hd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customXml" Target="../ink/ink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customXml" Target="../ink/ink10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2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4.xml"/><Relationship Id="rId5" Type="http://schemas.openxmlformats.org/officeDocument/2006/relationships/image" Target="../media/image18.png"/><Relationship Id="rId4" Type="http://schemas.openxmlformats.org/officeDocument/2006/relationships/customXml" Target="../ink/ink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19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" Type="http://schemas.openxmlformats.org/officeDocument/2006/relationships/image" Target="../media/image16.png"/><Relationship Id="rId21" Type="http://schemas.openxmlformats.org/officeDocument/2006/relationships/customXml" Target="../ink/ink23.xml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2" Type="http://schemas.openxmlformats.org/officeDocument/2006/relationships/image" Target="../media/image24.pn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6.xml"/><Relationship Id="rId11" Type="http://schemas.openxmlformats.org/officeDocument/2006/relationships/customXml" Target="../ink/ink18.xml"/><Relationship Id="rId24" Type="http://schemas.openxmlformats.org/officeDocument/2006/relationships/image" Target="../media/image33.png"/><Relationship Id="rId5" Type="http://schemas.openxmlformats.org/officeDocument/2006/relationships/image" Target="../media/image18.png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10" Type="http://schemas.openxmlformats.org/officeDocument/2006/relationships/image" Target="../media/image26.png"/><Relationship Id="rId19" Type="http://schemas.openxmlformats.org/officeDocument/2006/relationships/customXml" Target="../ink/ink22.xml"/><Relationship Id="rId4" Type="http://schemas.openxmlformats.org/officeDocument/2006/relationships/customXml" Target="../ink/ink15.xml"/><Relationship Id="rId9" Type="http://schemas.openxmlformats.org/officeDocument/2006/relationships/customXml" Target="../ink/ink17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30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" Type="http://schemas.openxmlformats.org/officeDocument/2006/relationships/image" Target="../media/image16.png"/><Relationship Id="rId21" Type="http://schemas.openxmlformats.org/officeDocument/2006/relationships/customXml" Target="../ink/ink34.xml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7" Type="http://schemas.openxmlformats.org/officeDocument/2006/relationships/customXml" Target="../ink/ink32.xml"/><Relationship Id="rId25" Type="http://schemas.openxmlformats.org/officeDocument/2006/relationships/customXml" Target="../ink/ink36.xml"/><Relationship Id="rId2" Type="http://schemas.openxmlformats.org/officeDocument/2006/relationships/image" Target="../media/image24.pn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7.xml"/><Relationship Id="rId11" Type="http://schemas.openxmlformats.org/officeDocument/2006/relationships/customXml" Target="../ink/ink29.xml"/><Relationship Id="rId24" Type="http://schemas.openxmlformats.org/officeDocument/2006/relationships/image" Target="../media/image33.png"/><Relationship Id="rId5" Type="http://schemas.openxmlformats.org/officeDocument/2006/relationships/image" Target="../media/image18.png"/><Relationship Id="rId15" Type="http://schemas.openxmlformats.org/officeDocument/2006/relationships/customXml" Target="../ink/ink31.xml"/><Relationship Id="rId23" Type="http://schemas.openxmlformats.org/officeDocument/2006/relationships/customXml" Target="../ink/ink35.xml"/><Relationship Id="rId10" Type="http://schemas.openxmlformats.org/officeDocument/2006/relationships/image" Target="../media/image26.png"/><Relationship Id="rId19" Type="http://schemas.openxmlformats.org/officeDocument/2006/relationships/customXml" Target="../ink/ink33.xml"/><Relationship Id="rId4" Type="http://schemas.openxmlformats.org/officeDocument/2006/relationships/customXml" Target="../ink/ink26.xml"/><Relationship Id="rId9" Type="http://schemas.openxmlformats.org/officeDocument/2006/relationships/customXml" Target="../ink/ink28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8.xml"/><Relationship Id="rId5" Type="http://schemas.openxmlformats.org/officeDocument/2006/relationships/image" Target="../media/image18.png"/><Relationship Id="rId4" Type="http://schemas.openxmlformats.org/officeDocument/2006/relationships/customXml" Target="../ink/ink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0.xml"/><Relationship Id="rId5" Type="http://schemas.openxmlformats.org/officeDocument/2006/relationships/image" Target="../media/image18.png"/><Relationship Id="rId4" Type="http://schemas.openxmlformats.org/officeDocument/2006/relationships/customXml" Target="../ink/ink3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42.xml"/><Relationship Id="rId5" Type="http://schemas.openxmlformats.org/officeDocument/2006/relationships/image" Target="../media/image18.png"/><Relationship Id="rId4" Type="http://schemas.openxmlformats.org/officeDocument/2006/relationships/customXml" Target="../ink/ink4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23.png"/><Relationship Id="rId4" Type="http://schemas.openxmlformats.org/officeDocument/2006/relationships/customXml" Target="../ink/ink4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customXml" Target="../ink/ink47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customXml" Target="../ink/ink49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7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customXml" Target="../ink/ink51.xml"/><Relationship Id="rId4" Type="http://schemas.openxmlformats.org/officeDocument/2006/relationships/image" Target="../media/image18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4FB3-70BB-BE38-AF64-EAC0A568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 3">
            <a:extLst>
              <a:ext uri="{FF2B5EF4-FFF2-40B4-BE49-F238E27FC236}">
                <a16:creationId xmlns:a16="http://schemas.microsoft.com/office/drawing/2014/main" id="{161F09BD-F07F-D7CD-1C26-B9AD3BE9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3895200"/>
            <a:ext cx="7516177" cy="324000"/>
          </a:xfrm>
        </p:spPr>
        <p:txBody>
          <a:bodyPr/>
          <a:lstStyle/>
          <a:p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interactive</a:t>
            </a:r>
            <a:r>
              <a:rPr lang="de-DE" dirty="0"/>
              <a:t>, </a:t>
            </a:r>
            <a:r>
              <a:rPr lang="de-DE" dirty="0" err="1"/>
              <a:t>dynamic</a:t>
            </a:r>
            <a:r>
              <a:rPr lang="de-DE" dirty="0"/>
              <a:t> &amp; </a:t>
            </a:r>
            <a:r>
              <a:rPr lang="de-DE" dirty="0" err="1"/>
              <a:t>perspectival</a:t>
            </a:r>
            <a:endParaRPr lang="de-DE" dirty="0"/>
          </a:p>
        </p:txBody>
      </p:sp>
      <p:pic>
        <p:nvPicPr>
          <p:cNvPr id="328" name="Bildplatzhalter 8">
            <a:extLst>
              <a:ext uri="{FF2B5EF4-FFF2-40B4-BE49-F238E27FC236}">
                <a16:creationId xmlns:a16="http://schemas.microsoft.com/office/drawing/2014/main" id="{41C8BDDB-D479-E23B-00E9-10A270BB35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5347" b="15347"/>
          <a:stretch>
            <a:fillRect/>
          </a:stretch>
        </p:blipFill>
        <p:spPr>
          <a:xfrm>
            <a:off x="-1" y="-1"/>
            <a:ext cx="8182800" cy="3186000"/>
          </a:xfrm>
        </p:spPr>
      </p:pic>
      <p:sp>
        <p:nvSpPr>
          <p:cNvPr id="331" name="Untertitel 1">
            <a:extLst>
              <a:ext uri="{FF2B5EF4-FFF2-40B4-BE49-F238E27FC236}">
                <a16:creationId xmlns:a16="http://schemas.microsoft.com/office/drawing/2014/main" id="{8327B958-E571-3DF6-A355-AB7235600962}"/>
              </a:ext>
            </a:extLst>
          </p:cNvPr>
          <p:cNvSpPr txBox="1">
            <a:spLocks/>
          </p:cNvSpPr>
          <p:nvPr/>
        </p:nvSpPr>
        <p:spPr>
          <a:xfrm>
            <a:off x="511823" y="4484407"/>
            <a:ext cx="7560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6858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500" b="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Caroline Stankozi 	caroline.stankozi@rub.de</a:t>
            </a:r>
          </a:p>
          <a:p>
            <a:r>
              <a:rPr lang="de-DE" dirty="0" err="1"/>
              <a:t>Doctoral</a:t>
            </a:r>
            <a:r>
              <a:rPr lang="de-DE" dirty="0"/>
              <a:t> Symposium „</a:t>
            </a:r>
            <a:r>
              <a:rPr lang="de-DE" dirty="0" err="1"/>
              <a:t>Context</a:t>
            </a:r>
            <a:r>
              <a:rPr lang="de-DE" dirty="0"/>
              <a:t> in </a:t>
            </a:r>
            <a:r>
              <a:rPr lang="de-DE" dirty="0" err="1"/>
              <a:t>Cognition</a:t>
            </a:r>
            <a:r>
              <a:rPr lang="de-DE" dirty="0"/>
              <a:t>“, Tübingen, 08/04/2025</a:t>
            </a:r>
          </a:p>
          <a:p>
            <a:endParaRPr lang="de-DE" dirty="0"/>
          </a:p>
        </p:txBody>
      </p:sp>
      <p:pic>
        <p:nvPicPr>
          <p:cNvPr id="332" name="Grafik 331">
            <a:extLst>
              <a:ext uri="{FF2B5EF4-FFF2-40B4-BE49-F238E27FC236}">
                <a16:creationId xmlns:a16="http://schemas.microsoft.com/office/drawing/2014/main" id="{19813483-146E-C924-80DE-B96B1AEC5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161" y="4554000"/>
            <a:ext cx="261204" cy="18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2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5E8F-4753-D45C-F8AB-EB2D7B79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C2C39E31-77D1-3BB6-3393-A000A2018F04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Prof. Dr. Tobias Schlicht</a:t>
            </a:r>
            <a:br>
              <a:rPr lang="de-DE" sz="1800" b="1" dirty="0"/>
            </a:br>
            <a:r>
              <a:rPr lang="de-DE" sz="1800" dirty="0"/>
              <a:t>Chair </a:t>
            </a:r>
            <a:r>
              <a:rPr lang="de-DE" sz="1800" dirty="0" err="1"/>
              <a:t>for</a:t>
            </a:r>
            <a:r>
              <a:rPr lang="de-DE" sz="1800" dirty="0"/>
              <a:t> Philosophy </a:t>
            </a:r>
            <a:r>
              <a:rPr lang="de-DE" sz="1800" dirty="0" err="1"/>
              <a:t>of</a:t>
            </a:r>
            <a:r>
              <a:rPr lang="de-DE" sz="1800" dirty="0"/>
              <a:t> Consciousness &amp; </a:t>
            </a:r>
            <a:r>
              <a:rPr lang="de-DE" sz="1800" dirty="0" err="1"/>
              <a:t>Cognition</a:t>
            </a:r>
            <a:r>
              <a:rPr lang="de-DE" sz="1800" dirty="0"/>
              <a:t> (RUB)</a:t>
            </a:r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F0F1511F-B0E1-9B28-1A75-4F0142E2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 in Philosophy	 – </a:t>
            </a:r>
            <a:r>
              <a:rPr lang="de-DE" dirty="0" err="1"/>
              <a:t>supervisors</a:t>
            </a:r>
            <a:r>
              <a:rPr lang="de-DE" dirty="0"/>
              <a:t> 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A6E6297-35AF-2E65-229F-B0B323374293}"/>
              </a:ext>
            </a:extLst>
          </p:cNvPr>
          <p:cNvSpPr txBox="1">
            <a:spLocks/>
          </p:cNvSpPr>
          <p:nvPr/>
        </p:nvSpPr>
        <p:spPr>
          <a:xfrm>
            <a:off x="1457467" y="9982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dirty="0"/>
          </a:p>
          <a:p>
            <a:pPr marL="0" lvl="2" indent="0">
              <a:buNone/>
            </a:pP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</a:t>
            </a:r>
            <a:br>
              <a:rPr lang="de-DE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e-DE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C48664D-92B9-66BB-C004-E74997367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82" y="1694877"/>
            <a:ext cx="4761235" cy="19671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08A3D46-94C5-1E62-E705-84DEB243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19" y="379079"/>
            <a:ext cx="429853" cy="455048"/>
          </a:xfrm>
          <a:prstGeom prst="rect">
            <a:avLst/>
          </a:prstGeom>
        </p:spPr>
      </p:pic>
      <p:sp>
        <p:nvSpPr>
          <p:cNvPr id="3" name="Pfeil: nach unten 2">
            <a:extLst>
              <a:ext uri="{FF2B5EF4-FFF2-40B4-BE49-F238E27FC236}">
                <a16:creationId xmlns:a16="http://schemas.microsoft.com/office/drawing/2014/main" id="{7A0FC086-0CCF-F12E-4389-FC28B181FCD9}"/>
              </a:ext>
            </a:extLst>
          </p:cNvPr>
          <p:cNvSpPr/>
          <p:nvPr/>
        </p:nvSpPr>
        <p:spPr>
          <a:xfrm>
            <a:off x="4054817" y="1666070"/>
            <a:ext cx="376736" cy="536259"/>
          </a:xfrm>
          <a:prstGeom prst="downArrow">
            <a:avLst>
              <a:gd name="adj1" fmla="val 42719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32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C805-C72E-CA13-81AF-49FC818D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FACD7443-A824-0497-D443-6F61CB462915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Prof. Dr. Tobias Schlicht</a:t>
            </a:r>
            <a:br>
              <a:rPr lang="de-DE" sz="1800" b="1" dirty="0"/>
            </a:br>
            <a:r>
              <a:rPr lang="de-DE" sz="1800" dirty="0"/>
              <a:t>Chair </a:t>
            </a:r>
            <a:r>
              <a:rPr lang="de-DE" sz="1800" dirty="0" err="1"/>
              <a:t>for</a:t>
            </a:r>
            <a:r>
              <a:rPr lang="de-DE" sz="1800" dirty="0"/>
              <a:t> Philosophy </a:t>
            </a:r>
            <a:r>
              <a:rPr lang="de-DE" sz="1800" dirty="0" err="1"/>
              <a:t>of</a:t>
            </a:r>
            <a:r>
              <a:rPr lang="de-DE" sz="1800" dirty="0"/>
              <a:t> Consciousness &amp; </a:t>
            </a:r>
            <a:r>
              <a:rPr lang="de-DE" sz="1800" dirty="0" err="1"/>
              <a:t>Cognition</a:t>
            </a:r>
            <a:r>
              <a:rPr lang="de-DE" sz="1800" dirty="0"/>
              <a:t> (RUB)</a:t>
            </a:r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Prof. Dr. Kristin Andrews </a:t>
            </a:r>
          </a:p>
          <a:p>
            <a:pPr marL="0" lvl="2" indent="0">
              <a:buNone/>
            </a:pPr>
            <a:r>
              <a:rPr lang="de-DE" sz="1800" dirty="0"/>
              <a:t>	York </a:t>
            </a:r>
            <a:r>
              <a:rPr lang="de-DE" sz="1800" dirty="0" err="1"/>
              <a:t>chair</a:t>
            </a:r>
            <a:r>
              <a:rPr lang="de-DE" sz="1800" dirty="0"/>
              <a:t> in Animal </a:t>
            </a:r>
            <a:r>
              <a:rPr lang="de-DE" sz="1800" dirty="0" err="1"/>
              <a:t>minds</a:t>
            </a:r>
            <a:r>
              <a:rPr lang="de-DE" sz="1800" dirty="0"/>
              <a:t> (York University, CA)</a:t>
            </a:r>
            <a:br>
              <a:rPr lang="de-DE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e-DE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425174B-18C5-3B00-586D-BFFD7B0696B5}"/>
              </a:ext>
            </a:extLst>
          </p:cNvPr>
          <p:cNvSpPr txBox="1">
            <a:spLocks/>
          </p:cNvSpPr>
          <p:nvPr/>
        </p:nvSpPr>
        <p:spPr>
          <a:xfrm>
            <a:off x="1457467" y="9982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dirty="0"/>
          </a:p>
          <a:p>
            <a:pPr marL="0" lvl="2" indent="0">
              <a:buNone/>
            </a:pP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</a:t>
            </a:r>
            <a:br>
              <a:rPr lang="de-DE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de-DE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EC14FCB-DCF2-BC46-128A-357FD3BCD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382" y="1694877"/>
            <a:ext cx="4761235" cy="19671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F1953F9-476C-DF5D-10EE-30FB9905A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19" y="379079"/>
            <a:ext cx="429853" cy="45504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C7C003B-CD09-64DF-201E-1318333BD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273" y="2534129"/>
            <a:ext cx="1169727" cy="1752121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07BDC961-D268-BDE4-7449-BBD521C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 in Philosophy	 – </a:t>
            </a:r>
            <a:r>
              <a:rPr lang="de-DE" dirty="0" err="1"/>
              <a:t>supervisors</a:t>
            </a:r>
            <a:r>
              <a:rPr lang="de-DE" dirty="0"/>
              <a:t> 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44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312D-B8D9-1C93-0A85-AE8FBCA4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35D918F-4865-75B9-2557-7D585A5B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</a:t>
            </a:r>
            <a:endParaRPr lang="de-DE" i="1" dirty="0">
              <a:solidFill>
                <a:schemeClr val="bg2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55E4F33-C3A9-7D5D-1824-D011CC187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7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1BC0-D381-DD53-6FE5-647CF9A7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DB09C24-111D-970A-6AD6-63CDA41E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AA960BD-0FDF-214D-FBBA-E2488D680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9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EF80-E740-DBD3-B604-534BBE32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8301E7D-4FF5-C0A5-2D23-E0E3DE00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245" y="2435825"/>
            <a:ext cx="1149509" cy="271849"/>
          </a:xfrm>
        </p:spPr>
        <p:txBody>
          <a:bodyPr/>
          <a:lstStyle/>
          <a:p>
            <a:pPr marL="0" lvl="2" indent="0">
              <a:buNone/>
            </a:pPr>
            <a:r>
              <a:rPr lang="de-DE" sz="1800" b="1" dirty="0" err="1"/>
              <a:t>Cognition</a:t>
            </a:r>
            <a:endParaRPr lang="de-DE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C023F54-9613-0230-8E82-9FAF99DDF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  <p:sp>
        <p:nvSpPr>
          <p:cNvPr id="5" name="Titel 5">
            <a:extLst>
              <a:ext uri="{FF2B5EF4-FFF2-40B4-BE49-F238E27FC236}">
                <a16:creationId xmlns:a16="http://schemas.microsoft.com/office/drawing/2014/main" id="{44A0A2E6-7A12-9C3C-1664-4FD4B422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454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C805-C72E-CA13-81AF-49FC818D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8ED30A2-9380-81D4-4D68-C913F8F9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245" y="2435825"/>
            <a:ext cx="1149509" cy="271849"/>
          </a:xfrm>
        </p:spPr>
        <p:txBody>
          <a:bodyPr/>
          <a:lstStyle/>
          <a:p>
            <a:pPr marL="0" lvl="2" indent="0">
              <a:buNone/>
            </a:pPr>
            <a:r>
              <a:rPr lang="de-DE" sz="1800" b="1" dirty="0" err="1"/>
              <a:t>Cognition</a:t>
            </a:r>
            <a:endParaRPr lang="de-DE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A1C4499-1508-9AA8-39E8-04EF0FA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8EDF951-A553-5F39-8B7C-5B55140F1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421" y="1746505"/>
            <a:ext cx="565593" cy="629815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DEF551F7-F2C1-7613-2A8D-3EC6B01BA0AD}"/>
              </a:ext>
            </a:extLst>
          </p:cNvPr>
          <p:cNvSpPr/>
          <p:nvPr/>
        </p:nvSpPr>
        <p:spPr>
          <a:xfrm>
            <a:off x="2925737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0158730-A0B3-5B95-6C30-A3C108C0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8345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C805-C72E-CA13-81AF-49FC818D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8ED30A2-9380-81D4-4D68-C913F8F9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245" y="2435825"/>
            <a:ext cx="1149509" cy="271849"/>
          </a:xfrm>
        </p:spPr>
        <p:txBody>
          <a:bodyPr/>
          <a:lstStyle/>
          <a:p>
            <a:pPr marL="0" lvl="2" indent="0">
              <a:buNone/>
            </a:pPr>
            <a:r>
              <a:rPr lang="de-DE" sz="1800" b="1" dirty="0" err="1"/>
              <a:t>Cognition</a:t>
            </a:r>
            <a:endParaRPr lang="de-DE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A1C4499-1508-9AA8-39E8-04EF0FA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084E5D2-E2B4-2A81-610C-0897EFBF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421" y="1746505"/>
            <a:ext cx="565593" cy="629815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229BEBA1-3000-394C-F81D-33F781A26621}"/>
              </a:ext>
            </a:extLst>
          </p:cNvPr>
          <p:cNvSpPr/>
          <p:nvPr/>
        </p:nvSpPr>
        <p:spPr>
          <a:xfrm>
            <a:off x="2925737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2FF6A1-E034-86A9-E06D-C27505CA1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406" y="1562479"/>
            <a:ext cx="701651" cy="81384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EF93CC2-6FCB-B872-1441-69E6023B09A9}"/>
              </a:ext>
            </a:extLst>
          </p:cNvPr>
          <p:cNvSpPr/>
          <p:nvPr/>
        </p:nvSpPr>
        <p:spPr>
          <a:xfrm>
            <a:off x="3884366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E1A083F2-5814-A3B9-CD5C-1B3C8F7A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6556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C805-C72E-CA13-81AF-49FC818D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8ED30A2-9380-81D4-4D68-C913F8F9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245" y="2435825"/>
            <a:ext cx="1149509" cy="271849"/>
          </a:xfrm>
        </p:spPr>
        <p:txBody>
          <a:bodyPr/>
          <a:lstStyle/>
          <a:p>
            <a:pPr marL="0" lvl="2" indent="0">
              <a:buNone/>
            </a:pPr>
            <a:r>
              <a:rPr lang="de-DE" sz="1800" b="1" dirty="0" err="1"/>
              <a:t>Cognition</a:t>
            </a:r>
            <a:endParaRPr lang="de-DE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A1C4499-1508-9AA8-39E8-04EF0FA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084E5D2-E2B4-2A81-610C-0897EFBF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421" y="1746505"/>
            <a:ext cx="565593" cy="629815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229BEBA1-3000-394C-F81D-33F781A26621}"/>
              </a:ext>
            </a:extLst>
          </p:cNvPr>
          <p:cNvSpPr/>
          <p:nvPr/>
        </p:nvSpPr>
        <p:spPr>
          <a:xfrm>
            <a:off x="2925737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82FF6A1-E034-86A9-E06D-C27505CA1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406" y="1562479"/>
            <a:ext cx="701651" cy="81384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EF93CC2-6FCB-B872-1441-69E6023B09A9}"/>
              </a:ext>
            </a:extLst>
          </p:cNvPr>
          <p:cNvSpPr/>
          <p:nvPr/>
        </p:nvSpPr>
        <p:spPr>
          <a:xfrm>
            <a:off x="3884366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5B4FDE5-458D-010F-63A6-1ABDCDFC9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806" y="3444534"/>
            <a:ext cx="497112" cy="769981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7D98FB68-035D-561D-440E-54A723CCCDD0}"/>
              </a:ext>
            </a:extLst>
          </p:cNvPr>
          <p:cNvSpPr/>
          <p:nvPr/>
        </p:nvSpPr>
        <p:spPr>
          <a:xfrm>
            <a:off x="3405052" y="2200164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0CD78E0A-BDAF-394A-48DA-861A0EC4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2961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FC805-C72E-CA13-81AF-49FC818D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8ED30A2-9380-81D4-4D68-C913F8F9F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245" y="2435825"/>
            <a:ext cx="1149509" cy="271849"/>
          </a:xfrm>
        </p:spPr>
        <p:txBody>
          <a:bodyPr/>
          <a:lstStyle/>
          <a:p>
            <a:pPr marL="0" lvl="2" indent="0">
              <a:buNone/>
            </a:pPr>
            <a:r>
              <a:rPr lang="de-DE" sz="1800" b="1" dirty="0" err="1"/>
              <a:t>Cognition</a:t>
            </a:r>
            <a:endParaRPr lang="de-DE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A1C4499-1508-9AA8-39E8-04EF0FA4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344100"/>
            <a:ext cx="720180" cy="46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82FF6A1-E034-86A9-E06D-C27505CA1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406" y="1562479"/>
            <a:ext cx="701651" cy="813841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EF93CC2-6FCB-B872-1441-69E6023B09A9}"/>
              </a:ext>
            </a:extLst>
          </p:cNvPr>
          <p:cNvSpPr/>
          <p:nvPr/>
        </p:nvSpPr>
        <p:spPr>
          <a:xfrm>
            <a:off x="3884366" y="1208342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5B4FDE5-458D-010F-63A6-1ABDCDFC9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806" y="3444534"/>
            <a:ext cx="497112" cy="769981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7D98FB68-035D-561D-440E-54A723CCCDD0}"/>
              </a:ext>
            </a:extLst>
          </p:cNvPr>
          <p:cNvSpPr/>
          <p:nvPr/>
        </p:nvSpPr>
        <p:spPr>
          <a:xfrm>
            <a:off x="3405052" y="2200164"/>
            <a:ext cx="2262996" cy="2167524"/>
          </a:xfrm>
          <a:prstGeom prst="ellipse">
            <a:avLst/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AC7C125-04F1-39D2-D57C-6FA2A16F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PhD </a:t>
            </a:r>
            <a:r>
              <a:rPr lang="de-DE" dirty="0" err="1"/>
              <a:t>project</a:t>
            </a:r>
            <a:r>
              <a:rPr lang="de-DE" dirty="0"/>
              <a:t>			– </a:t>
            </a:r>
            <a:r>
              <a:rPr lang="de-DE" i="1" dirty="0" err="1"/>
              <a:t>cognitive</a:t>
            </a:r>
            <a:r>
              <a:rPr lang="de-DE" i="1" dirty="0"/>
              <a:t> </a:t>
            </a:r>
            <a:r>
              <a:rPr lang="de-DE" i="1" dirty="0" err="1"/>
              <a:t>coupling</a:t>
            </a:r>
            <a:r>
              <a:rPr lang="de-DE" i="1" dirty="0">
                <a:solidFill>
                  <a:schemeClr val="bg2"/>
                </a:solidFill>
              </a:rPr>
              <a:t> 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8F74685-2615-05FC-3A42-40E33512A4C3}"/>
              </a:ext>
            </a:extLst>
          </p:cNvPr>
          <p:cNvSpPr txBox="1"/>
          <p:nvPr/>
        </p:nvSpPr>
        <p:spPr>
          <a:xfrm>
            <a:off x="468000" y="4499318"/>
            <a:ext cx="298684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Lyon, </a:t>
            </a:r>
            <a:r>
              <a:rPr lang="de-DE" dirty="0" err="1">
                <a:solidFill>
                  <a:schemeClr val="bg2"/>
                </a:solidFill>
              </a:rPr>
              <a:t>Keijzer</a:t>
            </a:r>
            <a:r>
              <a:rPr lang="de-DE" dirty="0">
                <a:solidFill>
                  <a:schemeClr val="bg2"/>
                </a:solidFill>
              </a:rPr>
              <a:t>, Arendt, &amp; Levin (2021)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90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CD9A-0AD8-AEE4-03CE-8AFFC4B7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405330C-7011-FA0B-2FB9-9C7D65D3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2953D1A-0AF1-9078-D4C4-0D3C5C78A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D57D88CA-45CD-51D8-47B5-95AAFCE9ED40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D57D88CA-45CD-51D8-47B5-95AAFCE9ED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98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3AB8FC23-403F-9F3A-EE32-4C9192C4D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p:sp>
        <p:nvSpPr>
          <p:cNvPr id="41" name="Inhaltsplatzhalter 6">
            <a:extLst>
              <a:ext uri="{FF2B5EF4-FFF2-40B4-BE49-F238E27FC236}">
                <a16:creationId xmlns:a16="http://schemas.microsoft.com/office/drawing/2014/main" id="{A622C31F-9BCF-4073-3F22-DC379E39D657}"/>
              </a:ext>
            </a:extLst>
          </p:cNvPr>
          <p:cNvSpPr txBox="1">
            <a:spLocks/>
          </p:cNvSpPr>
          <p:nvPr/>
        </p:nvSpPr>
        <p:spPr>
          <a:xfrm>
            <a:off x="1667517" y="2442632"/>
            <a:ext cx="1778416" cy="2718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Wingdings" panose="05000000000000000000" pitchFamily="2" charset="2"/>
              <a:buNone/>
            </a:pPr>
            <a:r>
              <a:rPr lang="de-DE" sz="2800" b="1" dirty="0" err="1"/>
              <a:t>Complex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726847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AF92-A1A2-6D8B-BDDB-925399AD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65E9833-7BBF-BB4F-B9CA-D1F04B0B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1F05115-354B-0C63-350C-CAE16F922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3C4BEFF5-8DEA-DF0E-8510-3F2241F6491E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3C4BEFF5-8DEA-DF0E-8510-3F2241F649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FB369504-D045-B881-28D0-264DB052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549801C6-0720-CA97-E9A9-F619A90A23E7}"/>
                  </a:ext>
                </a:extLst>
              </p14:cNvPr>
              <p14:cNvContentPartPr/>
              <p14:nvPr/>
            </p14:nvContentPartPr>
            <p14:xfrm>
              <a:off x="1357214" y="1820864"/>
              <a:ext cx="349560" cy="82152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549801C6-0720-CA97-E9A9-F619A90A23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574" y="1802864"/>
                <a:ext cx="38520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BFC29253-FE37-4ACE-8A1F-2F103BB6993A}"/>
                  </a:ext>
                </a:extLst>
              </p14:cNvPr>
              <p14:cNvContentPartPr/>
              <p14:nvPr/>
            </p14:nvContentPartPr>
            <p14:xfrm>
              <a:off x="2991254" y="1637624"/>
              <a:ext cx="948240" cy="817920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BFC29253-FE37-4ACE-8A1F-2F103BB699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3614" y="1619624"/>
                <a:ext cx="983880" cy="8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2581FDE6-BD02-A8D0-4A86-4D1E372E4100}"/>
                  </a:ext>
                </a:extLst>
              </p14:cNvPr>
              <p14:cNvContentPartPr/>
              <p14:nvPr/>
            </p14:nvContentPartPr>
            <p14:xfrm>
              <a:off x="1748534" y="2746784"/>
              <a:ext cx="572400" cy="1357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2581FDE6-BD02-A8D0-4A86-4D1E372E41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30534" y="2728784"/>
                <a:ext cx="60804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FA3BE782-62B5-1C5B-34DB-48690A686C90}"/>
                  </a:ext>
                </a:extLst>
              </p14:cNvPr>
              <p14:cNvContentPartPr/>
              <p14:nvPr/>
            </p14:nvContentPartPr>
            <p14:xfrm>
              <a:off x="2435054" y="2430704"/>
              <a:ext cx="281160" cy="3405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FA3BE782-62B5-1C5B-34DB-48690A686C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17054" y="2412704"/>
                <a:ext cx="316800" cy="3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219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65E1-3DDD-FB18-B55A-BAA4BC18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47C53BA-9153-CFFF-B49F-3A82AF1A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30DDC5F-08E0-36D1-50CE-AAC15E07A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5D0C15A5-E530-AAE3-1E82-674915CDF25B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5D0C15A5-E530-AAE3-1E82-674915CDF2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83905840-D10B-B1C1-9E97-CD6318A4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7D3D7A8F-2E00-26A0-933D-EA952948E162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7D3D7A8F-2E00-26A0-933D-EA952948E1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17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0FF6-47A0-1D46-82B1-855E61E6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B6B1AC7-908F-5228-DC5A-2E2E42AB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B39E24D-4984-4C3E-53AB-4E749585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3A34DA97-0C11-92B3-F535-C54A338ADC37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3A34DA97-0C11-92B3-F535-C54A338ADC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179CE0B2-0422-29B4-05C4-1A0ADAEB0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39D78185-5D3A-9C6A-B794-7A08D4BC71D7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39D78185-5D3A-9C6A-B794-7A08D4BC71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pic>
        <p:nvPicPr>
          <p:cNvPr id="40" name="Grafik 39">
            <a:extLst>
              <a:ext uri="{FF2B5EF4-FFF2-40B4-BE49-F238E27FC236}">
                <a16:creationId xmlns:a16="http://schemas.microsoft.com/office/drawing/2014/main" id="{33BEF37B-F3C7-FCE5-5939-7F9814364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41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DF5F-0487-93DD-C791-1214C1BE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C0B04B6-B321-B09D-DDC8-7B0306AF5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B5C0E8ED-F628-AE13-613B-9041C89A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5A7434-0CAF-6AE8-99FC-3BC83B09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AEBD1871-F6AE-D167-8C2F-1ADD97B6E121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AEBD1871-F6AE-D167-8C2F-1ADD97B6E1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0647902D-70DB-64AE-66BE-95EE2F825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20B1BAA-264E-CD8E-6809-BFC21FCB133A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20B1BAA-264E-CD8E-6809-BFC21FCB13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echseck 1">
            <a:extLst>
              <a:ext uri="{FF2B5EF4-FFF2-40B4-BE49-F238E27FC236}">
                <a16:creationId xmlns:a16="http://schemas.microsoft.com/office/drawing/2014/main" id="{F9128118-AFE2-63DE-89AA-0FD97151A4FF}"/>
              </a:ext>
            </a:extLst>
          </p:cNvPr>
          <p:cNvSpPr/>
          <p:nvPr/>
        </p:nvSpPr>
        <p:spPr>
          <a:xfrm>
            <a:off x="6702305" y="1479104"/>
            <a:ext cx="376881" cy="312260"/>
          </a:xfrm>
          <a:prstGeom prst="hexagon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ED6680E-B2C6-2C6B-5809-D09A6C9DAEA5}"/>
              </a:ext>
            </a:extLst>
          </p:cNvPr>
          <p:cNvCxnSpPr>
            <a:cxnSpLocks/>
          </p:cNvCxnSpPr>
          <p:nvPr/>
        </p:nvCxnSpPr>
        <p:spPr>
          <a:xfrm>
            <a:off x="6764889" y="1641182"/>
            <a:ext cx="48624" cy="99199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21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194A-AEA0-0938-4E31-EDD540BD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F6D0EB4-76B9-67F7-385A-5A1718195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BAF7983B-942D-1247-4F4B-AD686473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5D52070-2206-E64E-0538-23A0517A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A25611C0-E9CC-1ED8-1933-5FC57A3004B1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A25611C0-E9CC-1ED8-1933-5FC57A3004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33C560D5-5019-6F3B-C1E0-5C2FDDCD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48D74935-3F6F-16DE-4C3F-D990A10D2547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48D74935-3F6F-16DE-4C3F-D990A10D25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echseck 1">
            <a:extLst>
              <a:ext uri="{FF2B5EF4-FFF2-40B4-BE49-F238E27FC236}">
                <a16:creationId xmlns:a16="http://schemas.microsoft.com/office/drawing/2014/main" id="{9058E381-6A5C-48AE-9493-7D3A0E08DB37}"/>
              </a:ext>
            </a:extLst>
          </p:cNvPr>
          <p:cNvSpPr/>
          <p:nvPr/>
        </p:nvSpPr>
        <p:spPr>
          <a:xfrm>
            <a:off x="6702305" y="1479104"/>
            <a:ext cx="376881" cy="312260"/>
          </a:xfrm>
          <a:prstGeom prst="hexagon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E21682D-2B03-A941-B9C1-6F5AEA64580D}"/>
              </a:ext>
            </a:extLst>
          </p:cNvPr>
          <p:cNvCxnSpPr>
            <a:cxnSpLocks/>
          </p:cNvCxnSpPr>
          <p:nvPr/>
        </p:nvCxnSpPr>
        <p:spPr>
          <a:xfrm>
            <a:off x="6764889" y="1641182"/>
            <a:ext cx="48624" cy="99199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fik 52">
            <a:extLst>
              <a:ext uri="{FF2B5EF4-FFF2-40B4-BE49-F238E27FC236}">
                <a16:creationId xmlns:a16="http://schemas.microsoft.com/office/drawing/2014/main" id="{D8F3025F-659B-FA40-9742-A7AC904DDD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79663">
            <a:off x="6075494" y="1889754"/>
            <a:ext cx="1170839" cy="44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15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440B-FBF7-1963-BB33-91C5AFEE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8EA7F4C-139F-C73E-F2F5-872A2B09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9DBC8F42-0876-25FA-C5DC-ED1A29AB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6B6CE5-241E-EB38-8498-3FDEBE8F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00EE69CB-9FBE-7CE7-B9C1-B2ACB155ACE2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00EE69CB-9FBE-7CE7-B9C1-B2ACB155AC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9E5FAEF2-1AD7-77D9-C172-FF8EE7ABF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AC1A0392-58E7-1793-93C4-11D0E61E1938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AC1A0392-58E7-1793-93C4-11D0E61E19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echseck 1">
            <a:extLst>
              <a:ext uri="{FF2B5EF4-FFF2-40B4-BE49-F238E27FC236}">
                <a16:creationId xmlns:a16="http://schemas.microsoft.com/office/drawing/2014/main" id="{E43952F8-C485-8E72-FFEF-3B853837484C}"/>
              </a:ext>
            </a:extLst>
          </p:cNvPr>
          <p:cNvSpPr/>
          <p:nvPr/>
        </p:nvSpPr>
        <p:spPr>
          <a:xfrm>
            <a:off x="6702305" y="1479104"/>
            <a:ext cx="376881" cy="312260"/>
          </a:xfrm>
          <a:prstGeom prst="hexagon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BA780BA-5477-A84E-94EA-C2E52BCE1527}"/>
              </a:ext>
            </a:extLst>
          </p:cNvPr>
          <p:cNvCxnSpPr>
            <a:cxnSpLocks/>
          </p:cNvCxnSpPr>
          <p:nvPr/>
        </p:nvCxnSpPr>
        <p:spPr>
          <a:xfrm>
            <a:off x="6764889" y="1641182"/>
            <a:ext cx="48624" cy="99199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fik 52">
            <a:extLst>
              <a:ext uri="{FF2B5EF4-FFF2-40B4-BE49-F238E27FC236}">
                <a16:creationId xmlns:a16="http://schemas.microsoft.com/office/drawing/2014/main" id="{95B288FE-2D88-6550-1CED-94A8C5DB0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79663">
            <a:off x="6075494" y="1889754"/>
            <a:ext cx="1170839" cy="448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A324D8A9-21AF-9D9B-2363-457FBFB74ACE}"/>
                  </a:ext>
                </a:extLst>
              </p14:cNvPr>
              <p14:cNvContentPartPr/>
              <p14:nvPr/>
            </p14:nvContentPartPr>
            <p14:xfrm>
              <a:off x="6340328" y="2759851"/>
              <a:ext cx="604440" cy="43272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A324D8A9-21AF-9D9B-2363-457FBFB74A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22328" y="2741836"/>
                <a:ext cx="640080" cy="46839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0F3EDCEA-CB26-F9C7-5A9A-9D76D8D12199}"/>
              </a:ext>
            </a:extLst>
          </p:cNvPr>
          <p:cNvGrpSpPr/>
          <p:nvPr/>
        </p:nvGrpSpPr>
        <p:grpSpPr>
          <a:xfrm>
            <a:off x="6599888" y="3138931"/>
            <a:ext cx="311104" cy="542880"/>
            <a:chOff x="6571204" y="2270611"/>
            <a:chExt cx="311104" cy="54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6" name="Freihand 55">
                  <a:extLst>
                    <a:ext uri="{FF2B5EF4-FFF2-40B4-BE49-F238E27FC236}">
                      <a16:creationId xmlns:a16="http://schemas.microsoft.com/office/drawing/2014/main" id="{A11B83C9-4B3E-2968-AA7C-9FA25199B2BE}"/>
                    </a:ext>
                  </a:extLst>
                </p14:cNvPr>
                <p14:cNvContentPartPr/>
                <p14:nvPr/>
              </p14:nvContentPartPr>
              <p14:xfrm>
                <a:off x="6571204" y="2310931"/>
                <a:ext cx="45360" cy="502560"/>
              </p14:xfrm>
            </p:contentPart>
          </mc:Choice>
          <mc:Fallback xmlns="">
            <p:pic>
              <p:nvPicPr>
                <p:cNvPr id="56" name="Freihand 55">
                  <a:extLst>
                    <a:ext uri="{FF2B5EF4-FFF2-40B4-BE49-F238E27FC236}">
                      <a16:creationId xmlns:a16="http://schemas.microsoft.com/office/drawing/2014/main" id="{A11B83C9-4B3E-2968-AA7C-9FA25199B2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53204" y="2292918"/>
                  <a:ext cx="81000" cy="53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Freihand 56">
                  <a:extLst>
                    <a:ext uri="{FF2B5EF4-FFF2-40B4-BE49-F238E27FC236}">
                      <a16:creationId xmlns:a16="http://schemas.microsoft.com/office/drawing/2014/main" id="{A3885BC3-C466-7200-BFE0-1164C9EA577F}"/>
                    </a:ext>
                  </a:extLst>
                </p14:cNvPr>
                <p14:cNvContentPartPr/>
                <p14:nvPr/>
              </p14:nvContentPartPr>
              <p14:xfrm>
                <a:off x="6638524" y="2270611"/>
                <a:ext cx="93960" cy="507600"/>
              </p14:xfrm>
            </p:contentPart>
          </mc:Choice>
          <mc:Fallback xmlns="">
            <p:pic>
              <p:nvPicPr>
                <p:cNvPr id="57" name="Freihand 56">
                  <a:extLst>
                    <a:ext uri="{FF2B5EF4-FFF2-40B4-BE49-F238E27FC236}">
                      <a16:creationId xmlns:a16="http://schemas.microsoft.com/office/drawing/2014/main" id="{A3885BC3-C466-7200-BFE0-1164C9EA577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20524" y="2252611"/>
                  <a:ext cx="1296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E707E00F-87A1-AFA4-0CA0-0A9126E84E93}"/>
                    </a:ext>
                  </a:extLst>
                </p14:cNvPr>
                <p14:cNvContentPartPr/>
                <p14:nvPr/>
              </p14:nvContentPartPr>
              <p14:xfrm>
                <a:off x="6604388" y="2305537"/>
                <a:ext cx="38160" cy="44604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E707E00F-87A1-AFA4-0CA0-0A9126E84E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86388" y="2287537"/>
                  <a:ext cx="738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9" name="Freihand 58">
                  <a:extLst>
                    <a:ext uri="{FF2B5EF4-FFF2-40B4-BE49-F238E27FC236}">
                      <a16:creationId xmlns:a16="http://schemas.microsoft.com/office/drawing/2014/main" id="{7D2E4386-DD25-8D1D-D5FF-F99102F8F5A0}"/>
                    </a:ext>
                  </a:extLst>
                </p14:cNvPr>
                <p14:cNvContentPartPr/>
                <p14:nvPr/>
              </p14:nvContentPartPr>
              <p14:xfrm>
                <a:off x="6631028" y="2309857"/>
                <a:ext cx="56160" cy="468000"/>
              </p14:xfrm>
            </p:contentPart>
          </mc:Choice>
          <mc:Fallback xmlns="">
            <p:pic>
              <p:nvPicPr>
                <p:cNvPr id="59" name="Freihand 58">
                  <a:extLst>
                    <a:ext uri="{FF2B5EF4-FFF2-40B4-BE49-F238E27FC236}">
                      <a16:creationId xmlns:a16="http://schemas.microsoft.com/office/drawing/2014/main" id="{7D2E4386-DD25-8D1D-D5FF-F99102F8F5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13028" y="2291871"/>
                  <a:ext cx="91800" cy="503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0" name="Freihand 59">
                  <a:extLst>
                    <a:ext uri="{FF2B5EF4-FFF2-40B4-BE49-F238E27FC236}">
                      <a16:creationId xmlns:a16="http://schemas.microsoft.com/office/drawing/2014/main" id="{F16FE50B-731B-5FCD-3E23-B298D983018A}"/>
                    </a:ext>
                  </a:extLst>
                </p14:cNvPr>
                <p14:cNvContentPartPr/>
                <p14:nvPr/>
              </p14:nvContentPartPr>
              <p14:xfrm>
                <a:off x="6654788" y="2796577"/>
                <a:ext cx="360" cy="360"/>
              </p14:xfrm>
            </p:contentPart>
          </mc:Choice>
          <mc:Fallback xmlns="">
            <p:pic>
              <p:nvPicPr>
                <p:cNvPr id="60" name="Freihand 59">
                  <a:extLst>
                    <a:ext uri="{FF2B5EF4-FFF2-40B4-BE49-F238E27FC236}">
                      <a16:creationId xmlns:a16="http://schemas.microsoft.com/office/drawing/2014/main" id="{F16FE50B-731B-5FCD-3E23-B298D983018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36788" y="27785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6C05126E-B035-0206-90C3-4F6DB002D82C}"/>
                    </a:ext>
                  </a:extLst>
                </p14:cNvPr>
                <p14:cNvContentPartPr/>
                <p14:nvPr/>
              </p14:nvContentPartPr>
              <p14:xfrm>
                <a:off x="6638588" y="2767417"/>
                <a:ext cx="30960" cy="3960"/>
              </p14:xfrm>
            </p:contentPart>
          </mc:Choice>
          <mc:Fallback xmlns=""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6C05126E-B035-0206-90C3-4F6DB002D82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20376" y="2749417"/>
                  <a:ext cx="67019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2" name="Freihand 61">
                  <a:extLst>
                    <a:ext uri="{FF2B5EF4-FFF2-40B4-BE49-F238E27FC236}">
                      <a16:creationId xmlns:a16="http://schemas.microsoft.com/office/drawing/2014/main" id="{32C83EED-D2F4-9CBE-9399-CDEE8D7C8BCA}"/>
                    </a:ext>
                  </a:extLst>
                </p14:cNvPr>
                <p14:cNvContentPartPr/>
                <p14:nvPr/>
              </p14:nvContentPartPr>
              <p14:xfrm>
                <a:off x="6654068" y="2402737"/>
                <a:ext cx="219600" cy="174600"/>
              </p14:xfrm>
            </p:contentPart>
          </mc:Choice>
          <mc:Fallback xmlns="">
            <p:pic>
              <p:nvPicPr>
                <p:cNvPr id="62" name="Freihand 61">
                  <a:extLst>
                    <a:ext uri="{FF2B5EF4-FFF2-40B4-BE49-F238E27FC236}">
                      <a16:creationId xmlns:a16="http://schemas.microsoft.com/office/drawing/2014/main" id="{32C83EED-D2F4-9CBE-9399-CDEE8D7C8B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36068" y="2384737"/>
                  <a:ext cx="255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3" name="Freihand 62">
                  <a:extLst>
                    <a:ext uri="{FF2B5EF4-FFF2-40B4-BE49-F238E27FC236}">
                      <a16:creationId xmlns:a16="http://schemas.microsoft.com/office/drawing/2014/main" id="{2CB835AF-FAD5-9B09-BF6C-41B57816AC8D}"/>
                    </a:ext>
                  </a:extLst>
                </p14:cNvPr>
                <p14:cNvContentPartPr/>
                <p14:nvPr/>
              </p14:nvContentPartPr>
              <p14:xfrm>
                <a:off x="6665588" y="2397697"/>
                <a:ext cx="216720" cy="105840"/>
              </p14:xfrm>
            </p:contentPart>
          </mc:Choice>
          <mc:Fallback xmlns="">
            <p:pic>
              <p:nvPicPr>
                <p:cNvPr id="63" name="Freihand 62">
                  <a:extLst>
                    <a:ext uri="{FF2B5EF4-FFF2-40B4-BE49-F238E27FC236}">
                      <a16:creationId xmlns:a16="http://schemas.microsoft.com/office/drawing/2014/main" id="{2CB835AF-FAD5-9B09-BF6C-41B57816AC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47588" y="2379697"/>
                  <a:ext cx="252360" cy="14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663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B99AD-9956-7452-107E-320980905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4532C23-986E-EFF7-5AA4-4D50C7AE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8DB8F1E0-8673-7FA2-51EC-55444CA8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1ABBF65-0AA2-25B5-C92D-8F646D974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ECDF9E19-A0FD-5572-0D97-E3A4E426A0E6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ECDF9E19-A0FD-5572-0D97-E3A4E426A0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4F01EF3C-44B2-718D-D607-294894AE7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816496D-58E3-312F-019A-58B2E52FAE08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816496D-58E3-312F-019A-58B2E52FAE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Sechseck 1">
            <a:extLst>
              <a:ext uri="{FF2B5EF4-FFF2-40B4-BE49-F238E27FC236}">
                <a16:creationId xmlns:a16="http://schemas.microsoft.com/office/drawing/2014/main" id="{EF09C953-8193-2B8A-781B-9D995F3A82DF}"/>
              </a:ext>
            </a:extLst>
          </p:cNvPr>
          <p:cNvSpPr/>
          <p:nvPr/>
        </p:nvSpPr>
        <p:spPr>
          <a:xfrm>
            <a:off x="6702305" y="1479104"/>
            <a:ext cx="376881" cy="312260"/>
          </a:xfrm>
          <a:prstGeom prst="hexagon">
            <a:avLst/>
          </a:prstGeom>
          <a:noFill/>
          <a:ln w="381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2920975-396A-4EC6-B504-48BE102085CC}"/>
              </a:ext>
            </a:extLst>
          </p:cNvPr>
          <p:cNvCxnSpPr>
            <a:cxnSpLocks/>
          </p:cNvCxnSpPr>
          <p:nvPr/>
        </p:nvCxnSpPr>
        <p:spPr>
          <a:xfrm>
            <a:off x="6764889" y="1641182"/>
            <a:ext cx="48624" cy="99199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fik 52">
            <a:extLst>
              <a:ext uri="{FF2B5EF4-FFF2-40B4-BE49-F238E27FC236}">
                <a16:creationId xmlns:a16="http://schemas.microsoft.com/office/drawing/2014/main" id="{8E14E9A0-2F22-71CC-36E5-330FB5099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79663">
            <a:off x="6075494" y="1889754"/>
            <a:ext cx="1170839" cy="4481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624AC525-1047-0F4B-0319-5E1F0DC88CB1}"/>
                  </a:ext>
                </a:extLst>
              </p14:cNvPr>
              <p14:cNvContentPartPr/>
              <p14:nvPr/>
            </p14:nvContentPartPr>
            <p14:xfrm>
              <a:off x="6340328" y="2759851"/>
              <a:ext cx="604440" cy="43272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624AC525-1047-0F4B-0319-5E1F0DC88C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22328" y="2741836"/>
                <a:ext cx="640080" cy="46839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EC76B0D-73B4-54C4-B971-F983FF35DE67}"/>
              </a:ext>
            </a:extLst>
          </p:cNvPr>
          <p:cNvGrpSpPr/>
          <p:nvPr/>
        </p:nvGrpSpPr>
        <p:grpSpPr>
          <a:xfrm>
            <a:off x="6599888" y="3138931"/>
            <a:ext cx="311104" cy="542880"/>
            <a:chOff x="6571204" y="2270611"/>
            <a:chExt cx="311104" cy="54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6" name="Freihand 55">
                  <a:extLst>
                    <a:ext uri="{FF2B5EF4-FFF2-40B4-BE49-F238E27FC236}">
                      <a16:creationId xmlns:a16="http://schemas.microsoft.com/office/drawing/2014/main" id="{6423FB62-FC26-D1AC-2C01-485E74DDA294}"/>
                    </a:ext>
                  </a:extLst>
                </p14:cNvPr>
                <p14:cNvContentPartPr/>
                <p14:nvPr/>
              </p14:nvContentPartPr>
              <p14:xfrm>
                <a:off x="6571204" y="2310931"/>
                <a:ext cx="45360" cy="502560"/>
              </p14:xfrm>
            </p:contentPart>
          </mc:Choice>
          <mc:Fallback xmlns="">
            <p:pic>
              <p:nvPicPr>
                <p:cNvPr id="56" name="Freihand 55">
                  <a:extLst>
                    <a:ext uri="{FF2B5EF4-FFF2-40B4-BE49-F238E27FC236}">
                      <a16:creationId xmlns:a16="http://schemas.microsoft.com/office/drawing/2014/main" id="{6423FB62-FC26-D1AC-2C01-485E74DDA2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53204" y="2292918"/>
                  <a:ext cx="81000" cy="5382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Freihand 56">
                  <a:extLst>
                    <a:ext uri="{FF2B5EF4-FFF2-40B4-BE49-F238E27FC236}">
                      <a16:creationId xmlns:a16="http://schemas.microsoft.com/office/drawing/2014/main" id="{FF4ACE48-6175-2C23-44A4-7EFFB0E2B2D2}"/>
                    </a:ext>
                  </a:extLst>
                </p14:cNvPr>
                <p14:cNvContentPartPr/>
                <p14:nvPr/>
              </p14:nvContentPartPr>
              <p14:xfrm>
                <a:off x="6638524" y="2270611"/>
                <a:ext cx="93960" cy="507600"/>
              </p14:xfrm>
            </p:contentPart>
          </mc:Choice>
          <mc:Fallback xmlns="">
            <p:pic>
              <p:nvPicPr>
                <p:cNvPr id="57" name="Freihand 56">
                  <a:extLst>
                    <a:ext uri="{FF2B5EF4-FFF2-40B4-BE49-F238E27FC236}">
                      <a16:creationId xmlns:a16="http://schemas.microsoft.com/office/drawing/2014/main" id="{FF4ACE48-6175-2C23-44A4-7EFFB0E2B2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20524" y="2252611"/>
                  <a:ext cx="12960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093E5078-3ACD-8B67-2555-6CB8F23133CF}"/>
                    </a:ext>
                  </a:extLst>
                </p14:cNvPr>
                <p14:cNvContentPartPr/>
                <p14:nvPr/>
              </p14:nvContentPartPr>
              <p14:xfrm>
                <a:off x="6604388" y="2305537"/>
                <a:ext cx="38160" cy="44604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093E5078-3ACD-8B67-2555-6CB8F23133C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86388" y="2287537"/>
                  <a:ext cx="738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9" name="Freihand 58">
                  <a:extLst>
                    <a:ext uri="{FF2B5EF4-FFF2-40B4-BE49-F238E27FC236}">
                      <a16:creationId xmlns:a16="http://schemas.microsoft.com/office/drawing/2014/main" id="{C159E8F7-8405-6876-D91F-0AFE36D36B92}"/>
                    </a:ext>
                  </a:extLst>
                </p14:cNvPr>
                <p14:cNvContentPartPr/>
                <p14:nvPr/>
              </p14:nvContentPartPr>
              <p14:xfrm>
                <a:off x="6631028" y="2309857"/>
                <a:ext cx="56160" cy="468000"/>
              </p14:xfrm>
            </p:contentPart>
          </mc:Choice>
          <mc:Fallback xmlns="">
            <p:pic>
              <p:nvPicPr>
                <p:cNvPr id="59" name="Freihand 58">
                  <a:extLst>
                    <a:ext uri="{FF2B5EF4-FFF2-40B4-BE49-F238E27FC236}">
                      <a16:creationId xmlns:a16="http://schemas.microsoft.com/office/drawing/2014/main" id="{C159E8F7-8405-6876-D91F-0AFE36D36B9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13028" y="2291871"/>
                  <a:ext cx="91800" cy="503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0" name="Freihand 59">
                  <a:extLst>
                    <a:ext uri="{FF2B5EF4-FFF2-40B4-BE49-F238E27FC236}">
                      <a16:creationId xmlns:a16="http://schemas.microsoft.com/office/drawing/2014/main" id="{56E80104-632F-4B16-9FCA-496CEF04FA06}"/>
                    </a:ext>
                  </a:extLst>
                </p14:cNvPr>
                <p14:cNvContentPartPr/>
                <p14:nvPr/>
              </p14:nvContentPartPr>
              <p14:xfrm>
                <a:off x="6654788" y="2796577"/>
                <a:ext cx="360" cy="360"/>
              </p14:xfrm>
            </p:contentPart>
          </mc:Choice>
          <mc:Fallback xmlns="">
            <p:pic>
              <p:nvPicPr>
                <p:cNvPr id="60" name="Freihand 59">
                  <a:extLst>
                    <a:ext uri="{FF2B5EF4-FFF2-40B4-BE49-F238E27FC236}">
                      <a16:creationId xmlns:a16="http://schemas.microsoft.com/office/drawing/2014/main" id="{56E80104-632F-4B16-9FCA-496CEF04FA0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36788" y="277857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89BBA943-D06B-6555-B1B8-0BA76579C021}"/>
                    </a:ext>
                  </a:extLst>
                </p14:cNvPr>
                <p14:cNvContentPartPr/>
                <p14:nvPr/>
              </p14:nvContentPartPr>
              <p14:xfrm>
                <a:off x="6638588" y="2767417"/>
                <a:ext cx="30960" cy="3960"/>
              </p14:xfrm>
            </p:contentPart>
          </mc:Choice>
          <mc:Fallback xmlns=""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89BBA943-D06B-6555-B1B8-0BA76579C02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20376" y="2749417"/>
                  <a:ext cx="67019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2" name="Freihand 61">
                  <a:extLst>
                    <a:ext uri="{FF2B5EF4-FFF2-40B4-BE49-F238E27FC236}">
                      <a16:creationId xmlns:a16="http://schemas.microsoft.com/office/drawing/2014/main" id="{E1E2B116-71E9-8124-7CD4-C8E95B7DC509}"/>
                    </a:ext>
                  </a:extLst>
                </p14:cNvPr>
                <p14:cNvContentPartPr/>
                <p14:nvPr/>
              </p14:nvContentPartPr>
              <p14:xfrm>
                <a:off x="6654068" y="2402737"/>
                <a:ext cx="219600" cy="174600"/>
              </p14:xfrm>
            </p:contentPart>
          </mc:Choice>
          <mc:Fallback xmlns="">
            <p:pic>
              <p:nvPicPr>
                <p:cNvPr id="62" name="Freihand 61">
                  <a:extLst>
                    <a:ext uri="{FF2B5EF4-FFF2-40B4-BE49-F238E27FC236}">
                      <a16:creationId xmlns:a16="http://schemas.microsoft.com/office/drawing/2014/main" id="{E1E2B116-71E9-8124-7CD4-C8E95B7DC50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36068" y="2384737"/>
                  <a:ext cx="255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3" name="Freihand 62">
                  <a:extLst>
                    <a:ext uri="{FF2B5EF4-FFF2-40B4-BE49-F238E27FC236}">
                      <a16:creationId xmlns:a16="http://schemas.microsoft.com/office/drawing/2014/main" id="{8AA0A425-BF76-6706-9B34-8A09F63BFFD8}"/>
                    </a:ext>
                  </a:extLst>
                </p14:cNvPr>
                <p14:cNvContentPartPr/>
                <p14:nvPr/>
              </p14:nvContentPartPr>
              <p14:xfrm>
                <a:off x="6665588" y="2397697"/>
                <a:ext cx="216720" cy="105840"/>
              </p14:xfrm>
            </p:contentPart>
          </mc:Choice>
          <mc:Fallback xmlns="">
            <p:pic>
              <p:nvPicPr>
                <p:cNvPr id="63" name="Freihand 62">
                  <a:extLst>
                    <a:ext uri="{FF2B5EF4-FFF2-40B4-BE49-F238E27FC236}">
                      <a16:creationId xmlns:a16="http://schemas.microsoft.com/office/drawing/2014/main" id="{8AA0A425-BF76-6706-9B34-8A09F63BFF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47588" y="2379697"/>
                  <a:ext cx="252360" cy="141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E579E897-2A9B-D4B2-D39A-2C35D9EC3F36}"/>
              </a:ext>
            </a:extLst>
          </p:cNvPr>
          <p:cNvSpPr txBox="1"/>
          <p:nvPr/>
        </p:nvSpPr>
        <p:spPr>
          <a:xfrm>
            <a:off x="468000" y="4499318"/>
            <a:ext cx="283289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162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D6E7-C5CD-F5AF-A5D2-8C4D204B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FD59757-F53E-15E0-AE8D-5067988A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751D8714-A504-1BD4-40AB-C339E300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ED2AE3-4168-5002-1DBE-AC00E962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F39EEC75-BAEE-8051-6F1D-CDBFF3F9AB41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F39EEC75-BAEE-8051-6F1D-CDBFF3F9AB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A0B8B51D-41BC-6D4D-52FA-CF8A13E7A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CF5597A-AC0A-7EE4-11C1-6DFE84693C6D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CF5597A-AC0A-7EE4-11C1-6DFE84693C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6885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A9191-A811-7BF6-518E-69F62455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9E0052-8F25-4243-EB71-6CD668D3C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32254EF7-C63F-C292-59C7-399A286C8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38AE6D0-D339-4A98-A0EC-EC0B918D0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696B8BA5-2508-7D4B-F33F-1073F26E8DEE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696B8BA5-2508-7D4B-F33F-1073F26E8D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0B17C081-A047-D67D-F2AE-1E4D0091B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F5EA420-590A-02B8-1701-7836B4094CDD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F5EA420-590A-02B8-1701-7836B4094C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D58726-9549-2E07-94A5-05D33355DA32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anthropogenic</a:t>
            </a:r>
            <a:endParaRPr lang="en-GB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087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E21C3-E35A-426B-EA54-480BDF52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27C05C-D9E1-8C58-861E-CCC77CEBE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808411B7-AB6A-C0B0-4FBB-A2EDA397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0826018-A127-CF23-D5E5-32E8657E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1" y="388938"/>
            <a:ext cx="545074" cy="636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B6F92ACE-9FEE-E90A-670A-45486350BC44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B6F92ACE-9FEE-E90A-670A-45486350BC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7D16B3FF-6F45-07FE-FDC2-4225104E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452D1384-810A-9299-EA7C-72ECB89F11A5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452D1384-810A-9299-EA7C-72ECB89F11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F41C267-C92F-99E6-A691-7DBF3DF21D34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anthropogenic</a:t>
            </a:r>
            <a:endParaRPr lang="en-GB" sz="2800" dirty="0">
              <a:solidFill>
                <a:schemeClr val="bg2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FAA8AF6-809C-80CD-AF33-D90328E08E1A}"/>
              </a:ext>
            </a:extLst>
          </p:cNvPr>
          <p:cNvSpPr/>
          <p:nvPr/>
        </p:nvSpPr>
        <p:spPr>
          <a:xfrm rot="21023952">
            <a:off x="5328440" y="1949232"/>
            <a:ext cx="2787628" cy="81626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2"/>
                </a:solidFill>
              </a:rPr>
              <a:t>biogenic</a:t>
            </a: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1E2C79-E328-0CC0-E3DB-7E155A9DBB0A}"/>
              </a:ext>
            </a:extLst>
          </p:cNvPr>
          <p:cNvSpPr txBox="1"/>
          <p:nvPr/>
        </p:nvSpPr>
        <p:spPr>
          <a:xfrm>
            <a:off x="468000" y="4499318"/>
            <a:ext cx="110158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Lyon (2006)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96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39308-7214-8E73-A482-AB96FCB4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75FC5B6-618B-014C-EF1E-3D04EEA7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distinction</a:t>
            </a:r>
            <a:endParaRPr lang="de-DE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5991442-CB9B-EBBD-32E6-D446E22B63A8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5991442-CB9B-EBBD-32E6-D446E22B63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2E94ABD4-1058-D89D-4612-EF350431B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10" y="317885"/>
            <a:ext cx="441470" cy="5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49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0950-EDD8-2F0D-0E65-BC78CBDE2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BBBD7AF-61A8-25EA-8BE1-23E44E7D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distinction</a:t>
            </a:r>
            <a:endParaRPr lang="de-DE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9A96FD40-ED8D-2987-8905-E43F98E6E987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9A96FD40-ED8D-2987-8905-E43F98E6E9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E4398966-DB85-54CD-28A9-914F07706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854395BD-DF3D-4AD2-56A5-590762BA082C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854395BD-DF3D-4AD2-56A5-590762BA08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B57B828-0898-51C5-BD1B-156075D36AC2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Objective</a:t>
            </a:r>
            <a:r>
              <a:rPr lang="de-DE" sz="2800" dirty="0">
                <a:solidFill>
                  <a:schemeClr val="bg2"/>
                </a:solidFill>
              </a:rPr>
              <a:t> </a:t>
            </a:r>
            <a:r>
              <a:rPr lang="de-DE" sz="2800" dirty="0" err="1">
                <a:solidFill>
                  <a:schemeClr val="bg2"/>
                </a:solidFill>
              </a:rPr>
              <a:t>environment</a:t>
            </a:r>
            <a:endParaRPr lang="en-GB" sz="2800" dirty="0">
              <a:solidFill>
                <a:schemeClr val="bg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FBFB110-1A0E-D8C6-A1CD-67E817A61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10" y="317885"/>
            <a:ext cx="441470" cy="5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696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8C0B-7DD9-2F56-85A6-72F1E87A7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BBCD4E3-1313-C2A1-ED14-D0FF5BAC8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106810A3-AE9B-EDEB-5241-925A4FD9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distinction</a:t>
            </a:r>
            <a:endParaRPr lang="de-DE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AECFBBE3-3822-9A3D-E0CC-EA0DECD0D86F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AECFBBE3-3822-9A3D-E0CC-EA0DECD0D8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DEB702DE-278F-0E98-F70F-ED6908384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36FDA117-2898-B8C8-3278-3F1A89171149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36FDA117-2898-B8C8-3278-3F1A891711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16918A4-D0C5-F9CE-2152-C6494C07F1A6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Objective</a:t>
            </a:r>
            <a:r>
              <a:rPr lang="de-DE" sz="2800" dirty="0">
                <a:solidFill>
                  <a:schemeClr val="bg2"/>
                </a:solidFill>
              </a:rPr>
              <a:t> </a:t>
            </a:r>
            <a:r>
              <a:rPr lang="de-DE" sz="2800" dirty="0" err="1">
                <a:solidFill>
                  <a:schemeClr val="bg2"/>
                </a:solidFill>
              </a:rPr>
              <a:t>environment</a:t>
            </a:r>
            <a:endParaRPr lang="en-GB" sz="2800" dirty="0">
              <a:solidFill>
                <a:schemeClr val="bg2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AA5B03D-DEDA-1315-32DB-4F6904390C4D}"/>
              </a:ext>
            </a:extLst>
          </p:cNvPr>
          <p:cNvSpPr/>
          <p:nvPr/>
        </p:nvSpPr>
        <p:spPr>
          <a:xfrm rot="21023952">
            <a:off x="5328440" y="1949232"/>
            <a:ext cx="2787628" cy="81626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2"/>
                </a:solidFill>
              </a:rPr>
              <a:t>Perspectival</a:t>
            </a:r>
            <a:r>
              <a:rPr lang="de-DE" sz="2800" dirty="0">
                <a:solidFill>
                  <a:schemeClr val="tx2"/>
                </a:solidFill>
              </a:rPr>
              <a:t> </a:t>
            </a:r>
            <a:r>
              <a:rPr lang="de-DE" sz="2800" dirty="0" err="1">
                <a:solidFill>
                  <a:schemeClr val="tx2"/>
                </a:solidFill>
              </a:rPr>
              <a:t>context</a:t>
            </a:r>
            <a:endParaRPr lang="en-GB" sz="2800" dirty="0">
              <a:solidFill>
                <a:schemeClr val="tx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913AE28-8D37-E63B-4249-91807E13D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10" y="317885"/>
            <a:ext cx="441470" cy="5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58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5824-BD45-1ADE-09B7-984E515EE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A73E0C3-F3C7-D67A-7E4E-EABD75DD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BC1F5158-09AC-CECF-9CF2-A6A9E8F2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distinction</a:t>
            </a:r>
            <a:endParaRPr lang="de-DE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BD85E490-B696-F1ED-F268-6F9CF3E8CFA1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BD85E490-B696-F1ED-F268-6F9CF3E8CF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2F2D3A58-AE0B-D798-F3FD-F68B8E6CD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92B9D718-83AF-30B8-E5D7-F700728D36BE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92B9D718-83AF-30B8-E5D7-F700728D36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BEE428B-DE9F-79C4-70F5-F43405A6BDFC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Objective</a:t>
            </a:r>
            <a:r>
              <a:rPr lang="de-DE" sz="2800" dirty="0">
                <a:solidFill>
                  <a:schemeClr val="bg2"/>
                </a:solidFill>
              </a:rPr>
              <a:t> </a:t>
            </a:r>
            <a:r>
              <a:rPr lang="de-DE" sz="2800" dirty="0" err="1">
                <a:solidFill>
                  <a:schemeClr val="bg2"/>
                </a:solidFill>
              </a:rPr>
              <a:t>environment</a:t>
            </a:r>
            <a:endParaRPr lang="en-GB" sz="2800" dirty="0">
              <a:solidFill>
                <a:schemeClr val="bg2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42135C1-1369-0B81-650C-A807064AFB91}"/>
              </a:ext>
            </a:extLst>
          </p:cNvPr>
          <p:cNvSpPr/>
          <p:nvPr/>
        </p:nvSpPr>
        <p:spPr>
          <a:xfrm rot="21023952">
            <a:off x="5328440" y="1949232"/>
            <a:ext cx="2787628" cy="81626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2"/>
                </a:solidFill>
              </a:rPr>
              <a:t>Perspectival</a:t>
            </a:r>
            <a:r>
              <a:rPr lang="de-DE" sz="2800" dirty="0">
                <a:solidFill>
                  <a:schemeClr val="tx2"/>
                </a:solidFill>
              </a:rPr>
              <a:t> </a:t>
            </a:r>
            <a:r>
              <a:rPr lang="de-DE" sz="2800" dirty="0" err="1">
                <a:solidFill>
                  <a:schemeClr val="tx2"/>
                </a:solidFill>
              </a:rPr>
              <a:t>context</a:t>
            </a:r>
            <a:endParaRPr lang="en-GB" sz="2800" dirty="0">
              <a:solidFill>
                <a:schemeClr val="tx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A0527D3-E04D-FC1A-6DD6-6E860ED684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10" y="317885"/>
            <a:ext cx="441470" cy="509928"/>
          </a:xfrm>
          <a:prstGeom prst="rect">
            <a:avLst/>
          </a:prstGeom>
        </p:spPr>
      </p:pic>
      <p:sp>
        <p:nvSpPr>
          <p:cNvPr id="3" name="Rechteck: gefaltete Ecke 2">
            <a:extLst>
              <a:ext uri="{FF2B5EF4-FFF2-40B4-BE49-F238E27FC236}">
                <a16:creationId xmlns:a16="http://schemas.microsoft.com/office/drawing/2014/main" id="{0871EE84-5B7E-31A6-8495-52B5E9124E2A}"/>
              </a:ext>
            </a:extLst>
          </p:cNvPr>
          <p:cNvSpPr/>
          <p:nvPr/>
        </p:nvSpPr>
        <p:spPr>
          <a:xfrm>
            <a:off x="5785501" y="2880659"/>
            <a:ext cx="2884724" cy="1328684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 err="1">
                <a:solidFill>
                  <a:schemeClr val="tx2"/>
                </a:solidFill>
              </a:rPr>
              <a:t>How</a:t>
            </a:r>
            <a:r>
              <a:rPr lang="de-DE" sz="2400" b="1" dirty="0">
                <a:solidFill>
                  <a:schemeClr val="tx2"/>
                </a:solidFill>
              </a:rPr>
              <a:t> </a:t>
            </a:r>
            <a:r>
              <a:rPr lang="de-DE" sz="2400" b="1" dirty="0" err="1">
                <a:solidFill>
                  <a:schemeClr val="tx2"/>
                </a:solidFill>
              </a:rPr>
              <a:t>does</a:t>
            </a:r>
            <a:r>
              <a:rPr lang="de-DE" sz="2400" b="1" dirty="0">
                <a:solidFill>
                  <a:schemeClr val="tx2"/>
                </a:solidFill>
              </a:rPr>
              <a:t> </a:t>
            </a:r>
            <a:r>
              <a:rPr lang="de-DE" sz="2400" b="1" dirty="0" err="1">
                <a:solidFill>
                  <a:schemeClr val="tx2"/>
                </a:solidFill>
              </a:rPr>
              <a:t>it</a:t>
            </a:r>
            <a:r>
              <a:rPr lang="de-DE" sz="2400" b="1" dirty="0">
                <a:solidFill>
                  <a:schemeClr val="tx2"/>
                </a:solidFill>
              </a:rPr>
              <a:t> </a:t>
            </a:r>
            <a:r>
              <a:rPr lang="de-DE" sz="2400" b="1" dirty="0" err="1">
                <a:solidFill>
                  <a:schemeClr val="tx2"/>
                </a:solidFill>
              </a:rPr>
              <a:t>arise</a:t>
            </a:r>
            <a:r>
              <a:rPr lang="de-DE" sz="2400" b="1" dirty="0">
                <a:solidFill>
                  <a:schemeClr val="tx2"/>
                </a:solidFill>
              </a:rPr>
              <a:t>?</a:t>
            </a:r>
            <a:endParaRPr lang="en-GB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36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4F63-D738-1B24-CE31-4F1181BD8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C1A0A3B9-9487-CE6D-87D3-73B2A0DC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A1DA5C02-BDAD-F4F1-686E-152E648F9364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de-DE" sz="1800" b="1" dirty="0"/>
          </a:p>
          <a:p>
            <a:pPr marL="0" lvl="2" indent="0">
              <a:buNone/>
            </a:pPr>
            <a:endParaRPr lang="de-DE" sz="1800" b="1" dirty="0"/>
          </a:p>
          <a:p>
            <a:pPr marL="0" lvl="2" indent="0">
              <a:buNone/>
            </a:pP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endParaRPr lang="de-DE" sz="1800" dirty="0"/>
          </a:p>
          <a:p>
            <a:pPr marL="0" lvl="2" indent="0">
              <a:buNone/>
            </a:pPr>
            <a:r>
              <a:rPr lang="de-DE" sz="1800" b="1" dirty="0"/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D11469-BE5A-3554-E853-2BCEAC3EF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AB83D8B-9442-27A0-B0E2-3E4CBA416E1A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067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8E3E-C2D9-DFDA-0D21-8AF04D5D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28CE06F6-AB39-2889-E89B-5CBC130E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14BFF869-F5FC-544F-76AA-16C16E975E47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dirty="0" err="1"/>
              <a:t>Cognition</a:t>
            </a:r>
            <a:r>
              <a:rPr lang="de-DE" sz="1800" dirty="0"/>
              <a:t> = </a:t>
            </a:r>
            <a:r>
              <a:rPr lang="de-DE" sz="1800" dirty="0" err="1"/>
              <a:t>active</a:t>
            </a:r>
            <a:r>
              <a:rPr lang="de-DE" sz="1800" dirty="0"/>
              <a:t> </a:t>
            </a:r>
            <a:r>
              <a:rPr lang="de-DE" sz="1800" dirty="0" err="1"/>
              <a:t>doing</a:t>
            </a:r>
            <a:r>
              <a:rPr lang="de-DE" sz="1800" dirty="0"/>
              <a:t> 	(</a:t>
            </a:r>
            <a:r>
              <a:rPr lang="de-DE" sz="1800" dirty="0" err="1"/>
              <a:t>no</a:t>
            </a:r>
            <a:r>
              <a:rPr lang="de-DE" sz="1800" dirty="0"/>
              <a:t> passive </a:t>
            </a:r>
            <a:r>
              <a:rPr lang="de-DE" sz="1800" dirty="0" err="1"/>
              <a:t>perception</a:t>
            </a:r>
            <a:r>
              <a:rPr lang="de-DE" sz="1800" dirty="0"/>
              <a:t>)</a:t>
            </a:r>
            <a:endParaRPr lang="de-DE" sz="1800" b="1" dirty="0"/>
          </a:p>
          <a:p>
            <a:pPr marL="0" lvl="2" indent="0">
              <a:buNone/>
            </a:pPr>
            <a:endParaRPr lang="de-DE" sz="1800" b="1" dirty="0"/>
          </a:p>
          <a:p>
            <a:pPr marL="0" lvl="2" indent="0">
              <a:buNone/>
            </a:pP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endParaRPr lang="de-DE" sz="1800" dirty="0"/>
          </a:p>
          <a:p>
            <a:pPr marL="0" lvl="2" indent="0">
              <a:buNone/>
            </a:pPr>
            <a:r>
              <a:rPr lang="de-DE" sz="1800" b="1" dirty="0"/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A2BBEAB-5486-0CEE-1F19-087726C59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E1955E7-0FAF-7B08-8563-035C5F8DD818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78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02506-4087-D339-AF2C-90748838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F1F4A62D-D027-64E7-2CFD-EC6FDED2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473EAAB3-C482-359C-EDDC-7556EB2C166C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dirty="0" err="1"/>
              <a:t>Cognition</a:t>
            </a:r>
            <a:r>
              <a:rPr lang="de-DE" sz="1800" dirty="0"/>
              <a:t> = </a:t>
            </a:r>
            <a:r>
              <a:rPr lang="de-DE" sz="1800" dirty="0" err="1"/>
              <a:t>active</a:t>
            </a:r>
            <a:r>
              <a:rPr lang="de-DE" sz="1800" dirty="0"/>
              <a:t> </a:t>
            </a:r>
            <a:r>
              <a:rPr lang="de-DE" sz="1800" dirty="0" err="1"/>
              <a:t>doing</a:t>
            </a:r>
            <a:r>
              <a:rPr lang="de-DE" sz="1800" dirty="0"/>
              <a:t> 	(</a:t>
            </a:r>
            <a:r>
              <a:rPr lang="de-DE" sz="1800" dirty="0" err="1"/>
              <a:t>no</a:t>
            </a:r>
            <a:r>
              <a:rPr lang="de-DE" sz="1800" dirty="0"/>
              <a:t> passive </a:t>
            </a:r>
            <a:r>
              <a:rPr lang="de-DE" sz="1800" dirty="0" err="1"/>
              <a:t>perception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b="1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 </a:t>
            </a:r>
          </a:p>
          <a:p>
            <a:pPr marL="342900" lvl="2" indent="-342900">
              <a:buFont typeface="+mj-lt"/>
              <a:buAutoNum type="arabicParenR"/>
            </a:pPr>
            <a:endParaRPr lang="de-DE" sz="1800" b="1" dirty="0"/>
          </a:p>
          <a:p>
            <a:pPr marL="0" lvl="2" indent="0">
              <a:buNone/>
            </a:pP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endParaRPr lang="de-DE" sz="1800" dirty="0"/>
          </a:p>
          <a:p>
            <a:pPr marL="0" lvl="2" indent="0">
              <a:buNone/>
            </a:pPr>
            <a:r>
              <a:rPr lang="de-DE" sz="1800" b="1" dirty="0"/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5770731-972E-DF50-B53C-1E1530CE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13EA8A5-769E-D228-3D64-58178C9D58EC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128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21F0-0EE5-C2AF-00D7-4A5C816E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91E934DE-5628-B797-E0CB-0E934149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DC196115-25FE-8F19-5D63-56BC683FDAB7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dirty="0" err="1"/>
              <a:t>Cognition</a:t>
            </a:r>
            <a:r>
              <a:rPr lang="de-DE" sz="1800" dirty="0"/>
              <a:t> = </a:t>
            </a:r>
            <a:r>
              <a:rPr lang="de-DE" sz="1800" dirty="0" err="1"/>
              <a:t>active</a:t>
            </a:r>
            <a:r>
              <a:rPr lang="de-DE" sz="1800" dirty="0"/>
              <a:t> </a:t>
            </a:r>
            <a:r>
              <a:rPr lang="de-DE" sz="1800" dirty="0" err="1"/>
              <a:t>doing</a:t>
            </a:r>
            <a:r>
              <a:rPr lang="de-DE" sz="1800" dirty="0"/>
              <a:t> 	(</a:t>
            </a:r>
            <a:r>
              <a:rPr lang="de-DE" sz="1800" dirty="0" err="1"/>
              <a:t>no</a:t>
            </a:r>
            <a:r>
              <a:rPr lang="de-DE" sz="1800" dirty="0"/>
              <a:t> passive </a:t>
            </a:r>
            <a:r>
              <a:rPr lang="de-DE" sz="1800" dirty="0" err="1"/>
              <a:t>perception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b="1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 </a:t>
            </a:r>
          </a:p>
          <a:p>
            <a:pPr marL="342900" lvl="2" indent="-342900">
              <a:buFont typeface="+mj-lt"/>
              <a:buAutoNum type="arabicParenR"/>
            </a:pPr>
            <a:endParaRPr lang="de-DE" sz="1800" b="1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endParaRPr lang="de-DE" sz="1800" dirty="0"/>
          </a:p>
          <a:p>
            <a:pPr marL="0" lvl="2" indent="0">
              <a:buNone/>
            </a:pPr>
            <a:r>
              <a:rPr lang="de-DE" sz="1800" b="1" dirty="0"/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41B79C5-E933-79C8-8E89-7A891A01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F324B16-672B-49D2-F08F-E64D7DE8C740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30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3E2F-19F4-FD92-B23C-9D24F044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F73579DC-1155-0276-993F-BA1F671F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695ADC65-65FB-8AFC-8F51-5B2964CF7A09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dirty="0" err="1"/>
              <a:t>Cognition</a:t>
            </a:r>
            <a:r>
              <a:rPr lang="de-DE" sz="1800" dirty="0"/>
              <a:t> = </a:t>
            </a:r>
            <a:r>
              <a:rPr lang="de-DE" sz="1800" dirty="0" err="1"/>
              <a:t>active</a:t>
            </a:r>
            <a:r>
              <a:rPr lang="de-DE" sz="1800" dirty="0"/>
              <a:t> </a:t>
            </a:r>
            <a:r>
              <a:rPr lang="de-DE" sz="1800" dirty="0" err="1"/>
              <a:t>doing</a:t>
            </a:r>
            <a:r>
              <a:rPr lang="de-DE" sz="1800" dirty="0"/>
              <a:t> 	(</a:t>
            </a:r>
            <a:r>
              <a:rPr lang="de-DE" sz="1800" dirty="0" err="1"/>
              <a:t>no</a:t>
            </a:r>
            <a:r>
              <a:rPr lang="de-DE" sz="1800" dirty="0"/>
              <a:t> passive </a:t>
            </a:r>
            <a:r>
              <a:rPr lang="de-DE" sz="1800" dirty="0" err="1"/>
              <a:t>perception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b="1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 </a:t>
            </a:r>
          </a:p>
          <a:p>
            <a:pPr marL="342900" lvl="2" indent="-342900">
              <a:buFont typeface="+mj-lt"/>
              <a:buAutoNum type="arabicParenR"/>
            </a:pPr>
            <a:endParaRPr lang="de-DE" sz="1800" b="1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endParaRPr lang="de-DE" sz="1800" dirty="0"/>
          </a:p>
          <a:p>
            <a:pPr marL="342900" lvl="2" indent="-342900">
              <a:buFont typeface="+mj-lt"/>
              <a:buAutoNum type="arabicParenR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DE91AFF-9497-8BA2-8932-850DEFC77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E7DCAA2-6230-A73E-95BC-7D72BF04D4C7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871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516F-2D0A-3FE7-F798-B057BFB6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E7D838DF-4C9F-D109-4D32-3BE427CF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3AA34E0E-7F9A-4461-1D54-02507FF77253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D1A1B9D-C510-B4A2-F9B8-965BBC7B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B72084D-2E60-005D-3040-1D36C33E2E2E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191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C8E4-77F2-52B0-542A-065E1100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B32D6EB1-C5A1-05AF-AA9A-320C9592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BF2CB359-7532-257C-551F-4011CEFEE38B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021E152-B35A-4F91-E331-5E34C23D1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3AC7563-7C61-C7B3-8BC6-D9EA0E31CC3C}"/>
              </a:ext>
            </a:extLst>
          </p:cNvPr>
          <p:cNvSpPr txBox="1"/>
          <p:nvPr/>
        </p:nvSpPr>
        <p:spPr>
          <a:xfrm>
            <a:off x="468000" y="4499318"/>
            <a:ext cx="283289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2698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68E3-A4CF-1931-B1F3-3A7E9D10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1FB3D7D5-09F2-2328-1C09-2B22BF41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03CCA548-3766-AF33-A75C-DC4AA54AC9F9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lvl="3"/>
            <a:r>
              <a:rPr lang="de-DE" sz="1800" dirty="0"/>
              <a:t>Motor </a:t>
            </a:r>
            <a:r>
              <a:rPr lang="de-DE" sz="1800" dirty="0" err="1"/>
              <a:t>behaviour</a:t>
            </a:r>
            <a:endParaRPr lang="de-DE" sz="1800" dirty="0"/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DEC543-C737-D7EC-F8F7-3C3F152D6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863C20-D8C6-22EB-B0DE-87AF8EE429D5}"/>
              </a:ext>
            </a:extLst>
          </p:cNvPr>
          <p:cNvSpPr txBox="1"/>
          <p:nvPr/>
        </p:nvSpPr>
        <p:spPr>
          <a:xfrm>
            <a:off x="468000" y="4499318"/>
            <a:ext cx="3147015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09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259A-C099-F920-9BC9-D6AACAAD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E54459F5-28FE-D20B-2791-7C19F22D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76E4BD90-D707-7372-B70C-374FBECDF84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lvl="3"/>
            <a:r>
              <a:rPr lang="de-DE" sz="1800" dirty="0"/>
              <a:t>Motor </a:t>
            </a:r>
            <a:r>
              <a:rPr lang="de-DE" sz="1800" dirty="0" err="1"/>
              <a:t>behaviour</a:t>
            </a:r>
            <a:endParaRPr lang="de-DE" sz="1800" dirty="0"/>
          </a:p>
          <a:p>
            <a:pPr marL="468000" lvl="4" indent="0">
              <a:buNone/>
            </a:pPr>
            <a:r>
              <a:rPr lang="de-DE" sz="1800" dirty="0"/>
              <a:t>		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interact</a:t>
            </a:r>
            <a:endParaRPr lang="de-DE" sz="1800" dirty="0">
              <a:sym typeface="Wingdings" panose="05000000000000000000" pitchFamily="2" charset="2"/>
            </a:endParaRP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CA2970F-F9A9-A5A9-7805-DA8A20C94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C93866C-D2F9-C370-3C00-C18AF6BBDD57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470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896D5-E203-4F57-B73E-0B8EABD8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931C5F90-3E98-7A46-DE25-1FB94C85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2E34A880-92B7-4D3D-459A-2A60E889A865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lvl="3"/>
            <a:r>
              <a:rPr lang="de-DE" sz="1800" dirty="0"/>
              <a:t>Motor </a:t>
            </a:r>
            <a:r>
              <a:rPr lang="de-DE" sz="1800" dirty="0" err="1"/>
              <a:t>behaviour</a:t>
            </a:r>
            <a:endParaRPr lang="de-DE" sz="1800" dirty="0"/>
          </a:p>
          <a:p>
            <a:pPr marL="468000" lvl="4" indent="0">
              <a:buNone/>
            </a:pPr>
            <a:r>
              <a:rPr lang="de-DE" sz="1800" dirty="0"/>
              <a:t>		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interact</a:t>
            </a: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F3AB6F7-9EAD-C659-6864-89A8074F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9EE2D17-0F97-0094-8D8F-64BC4DDBC3EB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051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6CB9-112F-40DE-62FD-C6A25696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BA0DD34E-B405-B11C-91B1-6781647F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586C9362-3AAB-7AD9-F39A-868BCBD7B74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lvl="3"/>
            <a:r>
              <a:rPr lang="de-DE" sz="1800" dirty="0"/>
              <a:t>Motor </a:t>
            </a:r>
            <a:r>
              <a:rPr lang="de-DE" sz="1800" dirty="0" err="1"/>
              <a:t>behaviour</a:t>
            </a:r>
            <a:endParaRPr lang="de-DE" sz="1800" dirty="0"/>
          </a:p>
          <a:p>
            <a:pPr marL="468000" lvl="4" indent="0">
              <a:buNone/>
            </a:pPr>
            <a:r>
              <a:rPr lang="de-DE" sz="1800" dirty="0"/>
              <a:t>		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interact</a:t>
            </a: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can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b="1" dirty="0" err="1">
                <a:sym typeface="Wingdings" panose="05000000000000000000" pitchFamily="2" charset="2"/>
              </a:rPr>
              <a:t>regulated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dirty="0" err="1">
                <a:sym typeface="Wingdings" panose="05000000000000000000" pitchFamily="2" charset="2"/>
              </a:rPr>
              <a:t>to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stay</a:t>
            </a:r>
            <a:r>
              <a:rPr lang="de-DE" sz="1800" dirty="0">
                <a:sym typeface="Wingdings" panose="05000000000000000000" pitchFamily="2" charset="2"/>
              </a:rPr>
              <a:t> viable / </a:t>
            </a:r>
            <a:r>
              <a:rPr lang="de-DE" sz="1800" dirty="0" err="1">
                <a:sym typeface="Wingdings" panose="05000000000000000000" pitchFamily="2" charset="2"/>
              </a:rPr>
              <a:t>socially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     </a:t>
            </a:r>
            <a:r>
              <a:rPr lang="de-DE" sz="1800" dirty="0" err="1">
                <a:sym typeface="Wingdings" panose="05000000000000000000" pitchFamily="2" charset="2"/>
              </a:rPr>
              <a:t>accepted</a:t>
            </a:r>
            <a:r>
              <a:rPr lang="de-DE" sz="1800" dirty="0">
                <a:sym typeface="Wingdings" panose="05000000000000000000" pitchFamily="2" charset="2"/>
              </a:rPr>
              <a:t>, etc.  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 			 (</a:t>
            </a:r>
            <a:r>
              <a:rPr lang="de-DE" sz="1800" dirty="0" err="1">
                <a:sym typeface="Wingdings" panose="05000000000000000000" pitchFamily="2" charset="2"/>
              </a:rPr>
              <a:t>enables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learning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0" lvl="2" indent="0">
              <a:buNone/>
            </a:pP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3A04A9A-1646-0A22-C0B1-79A4484E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F8290F5-BE32-9C78-9A0A-6D8C0E5993B7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599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D246-D7CC-DBF8-7F8E-9A655D55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16FAF697-467B-9717-6FA4-9D9EDF27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813C5C61-208F-1AC6-E78A-C777AF7C45C2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/>
            </a:pPr>
            <a:r>
              <a:rPr lang="de-DE" sz="1800" b="1" dirty="0" err="1"/>
              <a:t>Structural</a:t>
            </a:r>
            <a:r>
              <a:rPr lang="de-DE" sz="1800" b="1" dirty="0"/>
              <a:t> </a:t>
            </a:r>
            <a:r>
              <a:rPr lang="de-DE" sz="1800" b="1" dirty="0" err="1"/>
              <a:t>coupling</a:t>
            </a:r>
            <a:r>
              <a:rPr lang="de-DE" sz="1800" b="1" dirty="0"/>
              <a:t>	 </a:t>
            </a:r>
          </a:p>
          <a:p>
            <a:pPr lvl="3"/>
            <a:r>
              <a:rPr lang="de-DE" sz="1800" dirty="0" err="1"/>
              <a:t>Sensory</a:t>
            </a:r>
            <a:r>
              <a:rPr lang="de-DE" sz="1800" dirty="0"/>
              <a:t> </a:t>
            </a:r>
            <a:r>
              <a:rPr lang="de-DE" sz="1800" dirty="0" err="1"/>
              <a:t>modalities</a:t>
            </a:r>
            <a:endParaRPr lang="de-DE" sz="1800" dirty="0"/>
          </a:p>
          <a:p>
            <a:pPr lvl="3"/>
            <a:r>
              <a:rPr lang="de-DE" sz="1800" dirty="0"/>
              <a:t>Motor </a:t>
            </a:r>
            <a:r>
              <a:rPr lang="de-DE" sz="1800" dirty="0" err="1"/>
              <a:t>behaviour</a:t>
            </a:r>
            <a:endParaRPr lang="de-DE" sz="1800" dirty="0"/>
          </a:p>
          <a:p>
            <a:pPr marL="468000" lvl="4" indent="0">
              <a:buNone/>
            </a:pPr>
            <a:r>
              <a:rPr lang="de-DE" sz="1800" dirty="0"/>
              <a:t>		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interact</a:t>
            </a: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can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b="1" dirty="0" err="1">
                <a:sym typeface="Wingdings" panose="05000000000000000000" pitchFamily="2" charset="2"/>
              </a:rPr>
              <a:t>regulated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dirty="0" err="1">
                <a:sym typeface="Wingdings" panose="05000000000000000000" pitchFamily="2" charset="2"/>
              </a:rPr>
              <a:t>to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stay</a:t>
            </a:r>
            <a:r>
              <a:rPr lang="de-DE" sz="1800" dirty="0">
                <a:sym typeface="Wingdings" panose="05000000000000000000" pitchFamily="2" charset="2"/>
              </a:rPr>
              <a:t> viable / </a:t>
            </a:r>
            <a:r>
              <a:rPr lang="de-DE" sz="1800" dirty="0" err="1">
                <a:sym typeface="Wingdings" panose="05000000000000000000" pitchFamily="2" charset="2"/>
              </a:rPr>
              <a:t>socially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     </a:t>
            </a:r>
            <a:r>
              <a:rPr lang="de-DE" sz="1800" dirty="0" err="1">
                <a:sym typeface="Wingdings" panose="05000000000000000000" pitchFamily="2" charset="2"/>
              </a:rPr>
              <a:t>accepted</a:t>
            </a:r>
            <a:r>
              <a:rPr lang="de-DE" sz="1800" dirty="0">
                <a:sym typeface="Wingdings" panose="05000000000000000000" pitchFamily="2" charset="2"/>
              </a:rPr>
              <a:t>, etc.  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 			 (</a:t>
            </a:r>
            <a:r>
              <a:rPr lang="de-DE" sz="1800" dirty="0" err="1">
                <a:sym typeface="Wingdings" panose="05000000000000000000" pitchFamily="2" charset="2"/>
              </a:rPr>
              <a:t>enables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learning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0" lvl="2" indent="0">
              <a:buNone/>
            </a:pP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28A1EB9-12DD-07CB-5D09-E23C68335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D154392-3D50-3AB4-5836-B2F9B41B244F}"/>
              </a:ext>
            </a:extLst>
          </p:cNvPr>
          <p:cNvSpPr txBox="1"/>
          <p:nvPr/>
        </p:nvSpPr>
        <p:spPr>
          <a:xfrm>
            <a:off x="468000" y="4499318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Varela, Thompson &amp; Rosch (1993)</a:t>
            </a:r>
          </a:p>
          <a:p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, Di Paolo &amp; Rohde (2009)</a:t>
            </a:r>
          </a:p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5" name="Zierrahmen 4">
            <a:extLst>
              <a:ext uri="{FF2B5EF4-FFF2-40B4-BE49-F238E27FC236}">
                <a16:creationId xmlns:a16="http://schemas.microsoft.com/office/drawing/2014/main" id="{F5C971C1-396B-4FA5-CCF7-1308C4FC1A78}"/>
              </a:ext>
            </a:extLst>
          </p:cNvPr>
          <p:cNvSpPr/>
          <p:nvPr/>
        </p:nvSpPr>
        <p:spPr>
          <a:xfrm>
            <a:off x="5991593" y="2946400"/>
            <a:ext cx="2039569" cy="1346906"/>
          </a:xfrm>
          <a:prstGeom prst="plaqu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/>
                </a:solidFill>
              </a:rPr>
              <a:t>Interactive</a:t>
            </a:r>
          </a:p>
        </p:txBody>
      </p:sp>
    </p:spTree>
    <p:extLst>
      <p:ext uri="{BB962C8B-B14F-4D97-AF65-F5344CB8AC3E}">
        <p14:creationId xmlns:p14="http://schemas.microsoft.com/office/powerpoint/2010/main" val="41602400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9C35-502E-3622-180C-9390D98D0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0E21DAF4-501C-1541-535D-28AA55950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9CBFDC25-B11A-0AB3-1885-C6DC01E92127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marL="234000" lvl="3" indent="0">
              <a:buNone/>
            </a:pPr>
            <a:r>
              <a:rPr lang="de-DE" sz="1800" dirty="0"/>
              <a:t> </a:t>
            </a:r>
            <a:br>
              <a:rPr lang="de-DE" sz="1800" dirty="0"/>
            </a:br>
            <a:endParaRPr lang="de-DE" sz="1800" dirty="0">
              <a:sym typeface="Wingdings" panose="05000000000000000000" pitchFamily="2" charset="2"/>
            </a:endParaRP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66E77EA-0E82-DCFD-644E-D2D6996E1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935348A-0941-99C3-0C21-BE5A3E66E53D}"/>
              </a:ext>
            </a:extLst>
          </p:cNvPr>
          <p:cNvSpPr txBox="1"/>
          <p:nvPr/>
        </p:nvSpPr>
        <p:spPr>
          <a:xfrm>
            <a:off x="468000" y="4441120"/>
            <a:ext cx="34355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  <a:p>
            <a:r>
              <a:rPr lang="en-GB" dirty="0" err="1">
                <a:solidFill>
                  <a:schemeClr val="bg2"/>
                </a:solidFill>
              </a:rPr>
              <a:t>Gangopadhyay</a:t>
            </a:r>
            <a:r>
              <a:rPr lang="en-GB" dirty="0">
                <a:solidFill>
                  <a:schemeClr val="bg2"/>
                </a:solidFill>
              </a:rPr>
              <a:t> &amp; </a:t>
            </a:r>
            <a:r>
              <a:rPr lang="en-GB" dirty="0" err="1">
                <a:solidFill>
                  <a:schemeClr val="bg2"/>
                </a:solidFill>
              </a:rPr>
              <a:t>Kiverstein</a:t>
            </a:r>
            <a:r>
              <a:rPr lang="en-GB" dirty="0">
                <a:solidFill>
                  <a:schemeClr val="bg2"/>
                </a:solidFill>
              </a:rPr>
              <a:t> (2009)</a:t>
            </a:r>
          </a:p>
          <a:p>
            <a:r>
              <a:rPr lang="en-GB" dirty="0" err="1">
                <a:solidFill>
                  <a:schemeClr val="bg2"/>
                </a:solidFill>
              </a:rPr>
              <a:t>Aydede</a:t>
            </a:r>
            <a:r>
              <a:rPr lang="en-GB" dirty="0">
                <a:solidFill>
                  <a:schemeClr val="bg2"/>
                </a:solidFill>
              </a:rPr>
              <a:t> &amp; Robbins (2008)</a:t>
            </a:r>
          </a:p>
        </p:txBody>
      </p:sp>
    </p:spTree>
    <p:extLst>
      <p:ext uri="{BB962C8B-B14F-4D97-AF65-F5344CB8AC3E}">
        <p14:creationId xmlns:p14="http://schemas.microsoft.com/office/powerpoint/2010/main" val="9572799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A666-BACE-33A6-C77F-8C73C47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3E7E000F-8CBD-C967-B3C7-D5B7DA6E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EA9DE8B7-68E1-C09A-24BE-E5534D812105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br>
              <a:rPr lang="de-DE" sz="1800" dirty="0"/>
            </a:br>
            <a:endParaRPr lang="de-DE" sz="1800" dirty="0">
              <a:sym typeface="Wingdings" panose="05000000000000000000" pitchFamily="2" charset="2"/>
            </a:endParaRP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09CB945-1671-F48B-B225-D1E27CDE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EEF1F29-B256-D755-F699-3DECC963B43D}"/>
              </a:ext>
            </a:extLst>
          </p:cNvPr>
          <p:cNvSpPr txBox="1"/>
          <p:nvPr/>
        </p:nvSpPr>
        <p:spPr>
          <a:xfrm>
            <a:off x="468000" y="4441120"/>
            <a:ext cx="3435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</p:txBody>
      </p:sp>
    </p:spTree>
    <p:extLst>
      <p:ext uri="{BB962C8B-B14F-4D97-AF65-F5344CB8AC3E}">
        <p14:creationId xmlns:p14="http://schemas.microsoft.com/office/powerpoint/2010/main" val="2674684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7D1E-E595-6C77-FB9E-CB7025DF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BFCB825D-1C62-486B-0D12-1F78FD21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36F1FD96-7547-0DCA-02BC-A54424D366DF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endParaRPr lang="de-DE" sz="1800" dirty="0">
              <a:sym typeface="Wingdings" panose="05000000000000000000" pitchFamily="2" charset="2"/>
            </a:endParaRP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FF0D1A8-49F1-472A-B048-036BAD8D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7999F25-A435-B4AE-054F-E76C9A28DB02}"/>
              </a:ext>
            </a:extLst>
          </p:cNvPr>
          <p:cNvSpPr txBox="1"/>
          <p:nvPr/>
        </p:nvSpPr>
        <p:spPr>
          <a:xfrm>
            <a:off x="468000" y="4441120"/>
            <a:ext cx="3435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</p:txBody>
      </p:sp>
    </p:spTree>
    <p:extLst>
      <p:ext uri="{BB962C8B-B14F-4D97-AF65-F5344CB8AC3E}">
        <p14:creationId xmlns:p14="http://schemas.microsoft.com/office/powerpoint/2010/main" val="1122742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B5929-FC7D-39AE-3F8D-2B4978F7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B37D31CD-A0CD-C1E2-DD97-56931C7D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3675CBB4-DE77-BE8B-6CD9-E78A62A7B12F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D0479B-801B-B2C7-27E1-9F74313A4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EB77D6C-735A-76E4-DCED-38C3A9C130B5}"/>
              </a:ext>
            </a:extLst>
          </p:cNvPr>
          <p:cNvSpPr txBox="1"/>
          <p:nvPr/>
        </p:nvSpPr>
        <p:spPr>
          <a:xfrm>
            <a:off x="468000" y="4441120"/>
            <a:ext cx="3435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</p:txBody>
      </p:sp>
    </p:spTree>
    <p:extLst>
      <p:ext uri="{BB962C8B-B14F-4D97-AF65-F5344CB8AC3E}">
        <p14:creationId xmlns:p14="http://schemas.microsoft.com/office/powerpoint/2010/main" val="3011586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E1189-772C-0964-7D38-C3DFC6FE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788E4745-34FA-0EFC-14E9-CACF592F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0EA6252B-62FF-77AB-19A9-508D39F468D9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 </a:t>
            </a:r>
            <a:r>
              <a:rPr lang="de-DE" sz="1800" dirty="0" err="1">
                <a:sym typeface="Wingdings" panose="05000000000000000000" pitchFamily="2" charset="2"/>
              </a:rPr>
              <a:t>complimentary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rich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grounds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D59E2-B33E-20B4-95F4-88FDE25FD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ABF4402-A3A6-972F-3D02-8C7901433FA0}"/>
              </a:ext>
            </a:extLst>
          </p:cNvPr>
          <p:cNvSpPr txBox="1"/>
          <p:nvPr/>
        </p:nvSpPr>
        <p:spPr>
          <a:xfrm>
            <a:off x="468000" y="4441120"/>
            <a:ext cx="3435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</p:txBody>
      </p:sp>
    </p:spTree>
    <p:extLst>
      <p:ext uri="{BB962C8B-B14F-4D97-AF65-F5344CB8AC3E}">
        <p14:creationId xmlns:p14="http://schemas.microsoft.com/office/powerpoint/2010/main" val="4268074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DF84-2A2F-42CC-3744-4DD6848B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F5BE4CAD-6DB2-43B2-5AD9-73259806A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D13AF428-7E4A-A92C-508B-E8FB6E888102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 </a:t>
            </a:r>
            <a:r>
              <a:rPr lang="de-DE" sz="1800" dirty="0" err="1">
                <a:sym typeface="Wingdings" panose="05000000000000000000" pitchFamily="2" charset="2"/>
              </a:rPr>
              <a:t>complimentary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rich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grounds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lvl="3"/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for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action</a:t>
            </a:r>
            <a:r>
              <a:rPr lang="de-DE" sz="1800" dirty="0">
                <a:sym typeface="Wingdings" panose="05000000000000000000" pitchFamily="2" charset="2"/>
              </a:rPr>
              <a:t>		</a:t>
            </a:r>
            <a:r>
              <a:rPr lang="de-DE" sz="3200" b="1" dirty="0">
                <a:sym typeface="Wingdings" panose="05000000000000000000" pitchFamily="2" charset="2"/>
              </a:rPr>
              <a:t>∞</a:t>
            </a: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D3904D-A263-2B84-CB06-1EFD53AC3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67E5EC1-E1BB-571C-37EF-6964DEDCE470}"/>
              </a:ext>
            </a:extLst>
          </p:cNvPr>
          <p:cNvSpPr txBox="1"/>
          <p:nvPr/>
        </p:nvSpPr>
        <p:spPr>
          <a:xfrm>
            <a:off x="468000" y="4441120"/>
            <a:ext cx="34355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  <a:p>
            <a:r>
              <a:rPr lang="en-GB" dirty="0" err="1">
                <a:solidFill>
                  <a:schemeClr val="bg2"/>
                </a:solidFill>
              </a:rPr>
              <a:t>Gangopadhyay</a:t>
            </a:r>
            <a:r>
              <a:rPr lang="en-GB" dirty="0">
                <a:solidFill>
                  <a:schemeClr val="bg2"/>
                </a:solidFill>
              </a:rPr>
              <a:t> &amp; </a:t>
            </a:r>
            <a:r>
              <a:rPr lang="en-GB" dirty="0" err="1">
                <a:solidFill>
                  <a:schemeClr val="bg2"/>
                </a:solidFill>
              </a:rPr>
              <a:t>Kiverstein</a:t>
            </a:r>
            <a:r>
              <a:rPr lang="en-GB" dirty="0">
                <a:solidFill>
                  <a:schemeClr val="bg2"/>
                </a:solidFill>
              </a:rPr>
              <a:t> (2009)</a:t>
            </a:r>
          </a:p>
        </p:txBody>
      </p:sp>
    </p:spTree>
    <p:extLst>
      <p:ext uri="{BB962C8B-B14F-4D97-AF65-F5344CB8AC3E}">
        <p14:creationId xmlns:p14="http://schemas.microsoft.com/office/powerpoint/2010/main" val="2886577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74B3-47F9-0986-3E0C-B00B20F1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38C4C765-1FCA-38E2-39DF-59BF0655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BE54F357-0CC1-2E67-C116-D6922DCB198E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 </a:t>
            </a:r>
            <a:r>
              <a:rPr lang="de-DE" sz="1800" dirty="0" err="1">
                <a:sym typeface="Wingdings" panose="05000000000000000000" pitchFamily="2" charset="2"/>
              </a:rPr>
              <a:t>complimentary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rich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grounds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lvl="3"/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for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action</a:t>
            </a:r>
            <a:r>
              <a:rPr lang="de-DE" sz="1800" dirty="0">
                <a:sym typeface="Wingdings" panose="05000000000000000000" pitchFamily="2" charset="2"/>
              </a:rPr>
              <a:t>		</a:t>
            </a:r>
            <a:r>
              <a:rPr lang="de-DE" sz="3200" b="1" dirty="0">
                <a:sym typeface="Wingdings" panose="05000000000000000000" pitchFamily="2" charset="2"/>
              </a:rPr>
              <a:t>∞</a:t>
            </a: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B940DA6-11F7-EDD2-7035-0CFFAAB25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767AEA3-FE44-EBB8-4489-35A94CE123B7}"/>
              </a:ext>
            </a:extLst>
          </p:cNvPr>
          <p:cNvSpPr txBox="1"/>
          <p:nvPr/>
        </p:nvSpPr>
        <p:spPr>
          <a:xfrm>
            <a:off x="468000" y="4441120"/>
            <a:ext cx="34355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  <a:p>
            <a:r>
              <a:rPr lang="en-GB" dirty="0" err="1">
                <a:solidFill>
                  <a:schemeClr val="bg2"/>
                </a:solidFill>
              </a:rPr>
              <a:t>Gangopadhyay</a:t>
            </a:r>
            <a:r>
              <a:rPr lang="en-GB" dirty="0">
                <a:solidFill>
                  <a:schemeClr val="bg2"/>
                </a:solidFill>
              </a:rPr>
              <a:t> &amp; </a:t>
            </a:r>
            <a:r>
              <a:rPr lang="en-GB" dirty="0" err="1">
                <a:solidFill>
                  <a:schemeClr val="bg2"/>
                </a:solidFill>
              </a:rPr>
              <a:t>Kiverstein</a:t>
            </a:r>
            <a:r>
              <a:rPr lang="en-GB" dirty="0">
                <a:solidFill>
                  <a:schemeClr val="bg2"/>
                </a:solidFill>
              </a:rPr>
              <a:t> (2009)</a:t>
            </a:r>
          </a:p>
          <a:p>
            <a:r>
              <a:rPr lang="en-GB" dirty="0" err="1">
                <a:solidFill>
                  <a:schemeClr val="bg2"/>
                </a:solidFill>
              </a:rPr>
              <a:t>Aydede</a:t>
            </a:r>
            <a:r>
              <a:rPr lang="en-GB" dirty="0">
                <a:solidFill>
                  <a:schemeClr val="bg2"/>
                </a:solidFill>
              </a:rPr>
              <a:t> &amp; Robbins (2008)</a:t>
            </a:r>
          </a:p>
        </p:txBody>
      </p:sp>
    </p:spTree>
    <p:extLst>
      <p:ext uri="{BB962C8B-B14F-4D97-AF65-F5344CB8AC3E}">
        <p14:creationId xmlns:p14="http://schemas.microsoft.com/office/powerpoint/2010/main" val="1422529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1D28F-5D85-268E-9C55-E89CCEDE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6B13BDF2-8C78-84BE-E3BC-CFC2E88A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5D4C84AF-D9ED-2437-2A63-56A2D8EA503F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 </a:t>
            </a:r>
            <a:r>
              <a:rPr lang="de-DE" sz="1800" dirty="0" err="1">
                <a:sym typeface="Wingdings" panose="05000000000000000000" pitchFamily="2" charset="2"/>
              </a:rPr>
              <a:t>complimentary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rich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grounds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lvl="3"/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for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action</a:t>
            </a:r>
            <a:r>
              <a:rPr lang="de-DE" sz="1800" dirty="0">
                <a:sym typeface="Wingdings" panose="05000000000000000000" pitchFamily="2" charset="2"/>
              </a:rPr>
              <a:t>		</a:t>
            </a:r>
            <a:r>
              <a:rPr lang="de-DE" sz="3200" b="1" dirty="0">
                <a:sym typeface="Wingdings" panose="05000000000000000000" pitchFamily="2" charset="2"/>
              </a:rPr>
              <a:t>∞</a:t>
            </a: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changes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over</a:t>
            </a:r>
            <a:r>
              <a:rPr lang="de-DE" sz="1800" dirty="0">
                <a:sym typeface="Wingdings" panose="05000000000000000000" pitchFamily="2" charset="2"/>
              </a:rPr>
              <a:t> time,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dirty="0" err="1">
                <a:sym typeface="Wingdings" panose="05000000000000000000" pitchFamily="2" charset="2"/>
              </a:rPr>
              <a:t>according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to</a:t>
            </a:r>
            <a:r>
              <a:rPr lang="de-DE" sz="1800" dirty="0">
                <a:sym typeface="Wingdings" panose="05000000000000000000" pitchFamily="2" charset="2"/>
              </a:rPr>
              <a:t> a </a:t>
            </a:r>
            <a:r>
              <a:rPr lang="de-DE" sz="1800" dirty="0" err="1">
                <a:sym typeface="Wingdings" panose="05000000000000000000" pitchFamily="2" charset="2"/>
              </a:rPr>
              <a:t>situated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task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0AFBE5B-109F-27E1-8636-B15E92399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9EE3BA9-41A5-3FBD-A816-858EF9E8844D}"/>
              </a:ext>
            </a:extLst>
          </p:cNvPr>
          <p:cNvSpPr txBox="1"/>
          <p:nvPr/>
        </p:nvSpPr>
        <p:spPr>
          <a:xfrm>
            <a:off x="468000" y="4441120"/>
            <a:ext cx="34355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  <a:p>
            <a:r>
              <a:rPr lang="en-GB" dirty="0" err="1">
                <a:solidFill>
                  <a:schemeClr val="bg2"/>
                </a:solidFill>
              </a:rPr>
              <a:t>Gangopadhyay</a:t>
            </a:r>
            <a:r>
              <a:rPr lang="en-GB" dirty="0">
                <a:solidFill>
                  <a:schemeClr val="bg2"/>
                </a:solidFill>
              </a:rPr>
              <a:t> &amp; </a:t>
            </a:r>
            <a:r>
              <a:rPr lang="en-GB" dirty="0" err="1">
                <a:solidFill>
                  <a:schemeClr val="bg2"/>
                </a:solidFill>
              </a:rPr>
              <a:t>Kiverstein</a:t>
            </a:r>
            <a:r>
              <a:rPr lang="en-GB" dirty="0">
                <a:solidFill>
                  <a:schemeClr val="bg2"/>
                </a:solidFill>
              </a:rPr>
              <a:t> (2009)</a:t>
            </a:r>
          </a:p>
          <a:p>
            <a:r>
              <a:rPr lang="en-GB" dirty="0" err="1">
                <a:solidFill>
                  <a:schemeClr val="bg2"/>
                </a:solidFill>
              </a:rPr>
              <a:t>Aydede</a:t>
            </a:r>
            <a:r>
              <a:rPr lang="en-GB" dirty="0">
                <a:solidFill>
                  <a:schemeClr val="bg2"/>
                </a:solidFill>
              </a:rPr>
              <a:t> &amp; Robbins (2008)</a:t>
            </a:r>
          </a:p>
        </p:txBody>
      </p:sp>
    </p:spTree>
    <p:extLst>
      <p:ext uri="{BB962C8B-B14F-4D97-AF65-F5344CB8AC3E}">
        <p14:creationId xmlns:p14="http://schemas.microsoft.com/office/powerpoint/2010/main" val="2973493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DED7-85E8-92A4-83EC-0CE91033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D7348A7C-3488-507A-592B-1E13975A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34A31B88-1D36-F191-CA41-CD88B0EF627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2"/>
            </a:pPr>
            <a:r>
              <a:rPr lang="de-DE" sz="1800" b="1" dirty="0"/>
              <a:t>Dynamic </a:t>
            </a:r>
            <a:r>
              <a:rPr lang="de-DE" sz="1800" b="1" dirty="0" err="1"/>
              <a:t>perception</a:t>
            </a:r>
            <a:r>
              <a:rPr lang="de-DE" sz="1800" b="1" dirty="0"/>
              <a:t>-action </a:t>
            </a:r>
            <a:r>
              <a:rPr lang="de-DE" sz="1800" b="1" dirty="0" err="1"/>
              <a:t>loops</a:t>
            </a:r>
            <a:endParaRPr lang="de-DE" sz="1800" b="1" dirty="0"/>
          </a:p>
          <a:p>
            <a:pPr lvl="3"/>
            <a:r>
              <a:rPr lang="de-DE" sz="1800" dirty="0" err="1"/>
              <a:t>Metabolic</a:t>
            </a:r>
            <a:r>
              <a:rPr lang="de-DE" sz="1800" dirty="0"/>
              <a:t> </a:t>
            </a:r>
            <a:r>
              <a:rPr lang="de-DE" sz="1800" dirty="0" err="1"/>
              <a:t>needs</a:t>
            </a:r>
            <a:r>
              <a:rPr lang="de-DE" sz="1800" dirty="0"/>
              <a:t> (e.g., </a:t>
            </a:r>
            <a:r>
              <a:rPr lang="de-DE" sz="1800" dirty="0" err="1"/>
              <a:t>starvation</a:t>
            </a:r>
            <a:r>
              <a:rPr lang="de-DE" sz="1800" dirty="0"/>
              <a:t>) </a:t>
            </a:r>
            <a:r>
              <a:rPr lang="de-DE" sz="1800" dirty="0">
                <a:solidFill>
                  <a:schemeClr val="bg2"/>
                </a:solidFill>
              </a:rPr>
              <a:t>[</a:t>
            </a:r>
            <a:r>
              <a:rPr lang="de-DE" sz="1800" dirty="0" err="1">
                <a:solidFill>
                  <a:schemeClr val="bg2"/>
                </a:solidFill>
              </a:rPr>
              <a:t>or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other</a:t>
            </a:r>
            <a:r>
              <a:rPr lang="de-DE" sz="1800" dirty="0">
                <a:solidFill>
                  <a:schemeClr val="bg2"/>
                </a:solidFill>
              </a:rPr>
              <a:t> </a:t>
            </a:r>
            <a:r>
              <a:rPr lang="de-DE" sz="1800" dirty="0" err="1">
                <a:solidFill>
                  <a:schemeClr val="bg2"/>
                </a:solidFill>
              </a:rPr>
              <a:t>goals</a:t>
            </a:r>
            <a:r>
              <a:rPr lang="de-DE" sz="1800" dirty="0">
                <a:solidFill>
                  <a:schemeClr val="bg2"/>
                </a:solidFill>
              </a:rPr>
              <a:t>]</a:t>
            </a:r>
            <a:br>
              <a:rPr lang="de-DE" sz="1800" dirty="0"/>
            </a:b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dirty="0" err="1">
                <a:sym typeface="Wingdings" panose="05000000000000000000" pitchFamily="2" charset="2"/>
              </a:rPr>
              <a:t>regulatory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behaviour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active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 </a:t>
            </a:r>
            <a:r>
              <a:rPr lang="de-DE" sz="1800" dirty="0" err="1">
                <a:sym typeface="Wingdings" panose="05000000000000000000" pitchFamily="2" charset="2"/>
              </a:rPr>
              <a:t>complimentary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(e.g., </a:t>
            </a:r>
            <a:r>
              <a:rPr lang="de-DE" sz="1800" dirty="0" err="1">
                <a:sym typeface="Wingdings" panose="05000000000000000000" pitchFamily="2" charset="2"/>
              </a:rPr>
              <a:t>rich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feeding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grounds</a:t>
            </a:r>
            <a:r>
              <a:rPr lang="de-DE" sz="1800" dirty="0">
                <a:sym typeface="Wingdings" panose="05000000000000000000" pitchFamily="2" charset="2"/>
              </a:rPr>
              <a:t>)</a:t>
            </a:r>
            <a:r>
              <a:rPr lang="de-DE" sz="1800" dirty="0"/>
              <a:t> </a:t>
            </a:r>
          </a:p>
          <a:p>
            <a:pPr marL="234000" lvl="3" indent="0">
              <a:buNone/>
            </a:pPr>
            <a:endParaRPr lang="de-DE" sz="1800" dirty="0">
              <a:sym typeface="Wingdings" panose="05000000000000000000" pitchFamily="2" charset="2"/>
            </a:endParaRPr>
          </a:p>
          <a:p>
            <a:pPr lvl="3"/>
            <a:r>
              <a:rPr lang="de-DE" sz="1800" dirty="0" err="1">
                <a:sym typeface="Wingdings" panose="05000000000000000000" pitchFamily="2" charset="2"/>
              </a:rPr>
              <a:t>Perception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for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action</a:t>
            </a:r>
            <a:r>
              <a:rPr lang="de-DE" sz="1800" dirty="0">
                <a:sym typeface="Wingdings" panose="05000000000000000000" pitchFamily="2" charset="2"/>
              </a:rPr>
              <a:t>		</a:t>
            </a:r>
            <a:r>
              <a:rPr lang="de-DE" sz="3200" b="1" dirty="0">
                <a:sym typeface="Wingdings" panose="05000000000000000000" pitchFamily="2" charset="2"/>
              </a:rPr>
              <a:t>∞</a:t>
            </a: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changes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over</a:t>
            </a:r>
            <a:r>
              <a:rPr lang="de-DE" sz="1800" dirty="0">
                <a:sym typeface="Wingdings" panose="05000000000000000000" pitchFamily="2" charset="2"/>
              </a:rPr>
              <a:t> time,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dirty="0" err="1">
                <a:sym typeface="Wingdings" panose="05000000000000000000" pitchFamily="2" charset="2"/>
              </a:rPr>
              <a:t>according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to</a:t>
            </a:r>
            <a:r>
              <a:rPr lang="de-DE" sz="1800" dirty="0">
                <a:sym typeface="Wingdings" panose="05000000000000000000" pitchFamily="2" charset="2"/>
              </a:rPr>
              <a:t> a </a:t>
            </a:r>
            <a:r>
              <a:rPr lang="de-DE" sz="1800" dirty="0" err="1">
                <a:sym typeface="Wingdings" panose="05000000000000000000" pitchFamily="2" charset="2"/>
              </a:rPr>
              <a:t>situated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task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10827D-2FEC-CD86-C5B4-0ED892A2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54DF185-E326-C8B5-C94C-181D96042240}"/>
              </a:ext>
            </a:extLst>
          </p:cNvPr>
          <p:cNvSpPr txBox="1"/>
          <p:nvPr/>
        </p:nvSpPr>
        <p:spPr>
          <a:xfrm>
            <a:off x="468000" y="4441120"/>
            <a:ext cx="34355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Di Paolo, </a:t>
            </a:r>
            <a:r>
              <a:rPr lang="de-DE" dirty="0" err="1">
                <a:solidFill>
                  <a:schemeClr val="bg2"/>
                </a:solidFill>
              </a:rPr>
              <a:t>Buhrmann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Barandiaran</a:t>
            </a:r>
            <a:r>
              <a:rPr lang="de-DE" dirty="0">
                <a:solidFill>
                  <a:schemeClr val="bg2"/>
                </a:solidFill>
              </a:rPr>
              <a:t> (2017)</a:t>
            </a:r>
          </a:p>
          <a:p>
            <a:r>
              <a:rPr lang="en-GB" dirty="0" err="1">
                <a:solidFill>
                  <a:schemeClr val="bg2"/>
                </a:solidFill>
              </a:rPr>
              <a:t>Gangopadhyay</a:t>
            </a:r>
            <a:r>
              <a:rPr lang="en-GB" dirty="0">
                <a:solidFill>
                  <a:schemeClr val="bg2"/>
                </a:solidFill>
              </a:rPr>
              <a:t> &amp; </a:t>
            </a:r>
            <a:r>
              <a:rPr lang="en-GB" dirty="0" err="1">
                <a:solidFill>
                  <a:schemeClr val="bg2"/>
                </a:solidFill>
              </a:rPr>
              <a:t>Kiverstein</a:t>
            </a:r>
            <a:r>
              <a:rPr lang="en-GB" dirty="0">
                <a:solidFill>
                  <a:schemeClr val="bg2"/>
                </a:solidFill>
              </a:rPr>
              <a:t> (2009)</a:t>
            </a:r>
          </a:p>
          <a:p>
            <a:r>
              <a:rPr lang="en-GB" dirty="0" err="1">
                <a:solidFill>
                  <a:schemeClr val="bg2"/>
                </a:solidFill>
              </a:rPr>
              <a:t>Aydede</a:t>
            </a:r>
            <a:r>
              <a:rPr lang="en-GB" dirty="0">
                <a:solidFill>
                  <a:schemeClr val="bg2"/>
                </a:solidFill>
              </a:rPr>
              <a:t> &amp; Robbins (2008)</a:t>
            </a:r>
          </a:p>
        </p:txBody>
      </p:sp>
      <p:sp>
        <p:nvSpPr>
          <p:cNvPr id="5" name="Zierrahmen 4">
            <a:extLst>
              <a:ext uri="{FF2B5EF4-FFF2-40B4-BE49-F238E27FC236}">
                <a16:creationId xmlns:a16="http://schemas.microsoft.com/office/drawing/2014/main" id="{F4E33865-ABF1-D009-33D1-A4DA4B2F24DD}"/>
              </a:ext>
            </a:extLst>
          </p:cNvPr>
          <p:cNvSpPr/>
          <p:nvPr/>
        </p:nvSpPr>
        <p:spPr>
          <a:xfrm>
            <a:off x="5991593" y="2946400"/>
            <a:ext cx="2039569" cy="1346906"/>
          </a:xfrm>
          <a:prstGeom prst="plaqu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bg2"/>
                </a:solidFill>
              </a:rPr>
              <a:t>Dynamic</a:t>
            </a:r>
          </a:p>
        </p:txBody>
      </p:sp>
    </p:spTree>
    <p:extLst>
      <p:ext uri="{BB962C8B-B14F-4D97-AF65-F5344CB8AC3E}">
        <p14:creationId xmlns:p14="http://schemas.microsoft.com/office/powerpoint/2010/main" val="3458329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7A9C-5626-9923-572A-1FF113CD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720D667C-A3E2-7C25-9FA9-F34D805A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9DA72BF4-9B9C-FBDF-55BA-EED27FC24BBD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marL="0" lvl="2" indent="0">
              <a:buNone/>
            </a:pPr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9E6688C-B45C-9E9B-B1E0-4849E9B4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D8A948E-AE19-96F3-9606-995E2358667F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394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2EC7-0465-314A-0C23-E26B73B5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767778C2-8AEE-2BEC-8BEB-11B77D49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D7BF62C1-39B0-1EDA-CD18-6BDCC2E0E20E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1939D63-7755-C801-820B-F98FE806E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5885600-27EF-F604-D9C6-C969739BEF94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3008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E787-A703-807D-135A-C0F78583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92EB20FA-D10B-038A-661A-CC257AA5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A3A43606-5D0A-A6FB-C88C-A3D6610ECB6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marL="468000" lvl="4" indent="0">
              <a:buNone/>
            </a:pP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626825-D519-AF31-86BC-E484328F7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D6404B1-ACE8-10B1-489C-A218BFB1A257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5637-0C9F-2E9B-E022-7F22E4DF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EA95CA3D-274E-2AB7-B8DF-5FA1269A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736C41E7-63CD-2462-A90B-C8A238132B40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marL="468000" lvl="4" indent="0">
              <a:buNone/>
            </a:pP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F71BD3-1EE2-5517-1289-ED29A7BA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4C554B3-1E0D-CD07-0A6C-70E7527C04EE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5861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07EB-7701-AEDF-6061-B42BC106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7F4804DF-7C17-71E2-A950-124E0C727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C83308C1-DE39-E849-B13A-E4511232B19B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lvl="4"/>
            <a:r>
              <a:rPr lang="de-DE" sz="1800" dirty="0" err="1"/>
              <a:t>Situated</a:t>
            </a:r>
            <a:endParaRPr lang="de-DE" sz="1800" dirty="0"/>
          </a:p>
          <a:p>
            <a:pPr marL="468000" lvl="4" indent="0">
              <a:buNone/>
            </a:pP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F2E443-8741-FE33-A2D3-816DA8EFD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9063AC0-0937-FA67-EF0B-67B9D0071CDD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6476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C301-92B5-3ECA-E775-216FD7E2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95F393C9-3AA0-35E7-E991-3E9BE55C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93DFFB9B-1EE9-DCA9-D08C-D89D93270FA0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lvl="4"/>
            <a:r>
              <a:rPr lang="de-DE" sz="1800" dirty="0" err="1"/>
              <a:t>Situated</a:t>
            </a:r>
            <a:endParaRPr lang="de-DE" sz="1800" dirty="0"/>
          </a:p>
          <a:p>
            <a:pPr lvl="4"/>
            <a:r>
              <a:rPr lang="de-DE" sz="1800" dirty="0" err="1"/>
              <a:t>Informed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&amp; </a:t>
            </a:r>
            <a:r>
              <a:rPr lang="de-DE" sz="1800" dirty="0" err="1"/>
              <a:t>informing</a:t>
            </a:r>
            <a:r>
              <a:rPr lang="de-DE" sz="1800" dirty="0"/>
              <a:t> </a:t>
            </a:r>
            <a:r>
              <a:rPr lang="de-DE" sz="1800" dirty="0" err="1"/>
              <a:t>action</a:t>
            </a:r>
            <a:endParaRPr lang="de-DE" sz="3200" b="1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692959-9451-C928-3C49-B18C2F42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0CEAEE7-83B5-4076-3BFC-35C9A025599E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3275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B446-61BC-A724-41CB-BE9889F87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09DB6FB0-94D0-8E84-0281-0D4AC8A7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5832A2A5-4041-9E94-F4F6-4DD50ED02013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lvl="4"/>
            <a:r>
              <a:rPr lang="de-DE" sz="1800" dirty="0" err="1"/>
              <a:t>Situated</a:t>
            </a:r>
            <a:endParaRPr lang="de-DE" sz="1800" dirty="0"/>
          </a:p>
          <a:p>
            <a:pPr lvl="4"/>
            <a:r>
              <a:rPr lang="de-DE" sz="1800" dirty="0" err="1"/>
              <a:t>Informed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&amp; </a:t>
            </a:r>
            <a:r>
              <a:rPr lang="de-DE" sz="1800" dirty="0" err="1"/>
              <a:t>informing</a:t>
            </a:r>
            <a:r>
              <a:rPr lang="de-DE" sz="1800" dirty="0"/>
              <a:t> </a:t>
            </a:r>
            <a:r>
              <a:rPr lang="de-DE" sz="1800" dirty="0" err="1"/>
              <a:t>action</a:t>
            </a:r>
            <a:endParaRPr lang="de-DE" sz="3200" b="1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D87F6F2-2A87-4437-F3DE-5DD7B023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86925D1-8A9C-391A-2348-D124512A4A34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5995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2AAB-6BFC-EC7E-67A6-96741819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4C5066A5-DBF0-93D4-2F89-79A58499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D6798020-931A-1F0D-1C7F-0D06796F3573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lvl="4"/>
            <a:r>
              <a:rPr lang="de-DE" sz="1800" dirty="0" err="1"/>
              <a:t>Situated</a:t>
            </a:r>
            <a:endParaRPr lang="de-DE" sz="1800" dirty="0"/>
          </a:p>
          <a:p>
            <a:pPr lvl="4"/>
            <a:r>
              <a:rPr lang="de-DE" sz="1800" dirty="0" err="1"/>
              <a:t>Informed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&amp; </a:t>
            </a:r>
            <a:r>
              <a:rPr lang="de-DE" sz="1800" dirty="0" err="1"/>
              <a:t>informing</a:t>
            </a:r>
            <a:r>
              <a:rPr lang="de-DE" sz="1800" dirty="0"/>
              <a:t> </a:t>
            </a:r>
            <a:r>
              <a:rPr lang="de-DE" sz="1800" dirty="0" err="1"/>
              <a:t>action</a:t>
            </a:r>
            <a:endParaRPr lang="de-DE" sz="3200" b="1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created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interactively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by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an </a:t>
            </a:r>
            <a:r>
              <a:rPr lang="de-DE" sz="1800" dirty="0" err="1">
                <a:sym typeface="Wingdings" panose="05000000000000000000" pitchFamily="2" charset="2"/>
              </a:rPr>
              <a:t>organism</a:t>
            </a:r>
            <a:r>
              <a:rPr lang="de-DE" sz="1800" dirty="0">
                <a:sym typeface="Wingdings" panose="05000000000000000000" pitchFamily="2" charset="2"/>
              </a:rPr>
              <a:t> and 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b="1" dirty="0" err="1">
                <a:sym typeface="Wingdings" panose="05000000000000000000" pitchFamily="2" charset="2"/>
              </a:rPr>
              <a:t>its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environment</a:t>
            </a:r>
            <a:r>
              <a:rPr lang="de-DE" sz="1800" dirty="0">
                <a:sym typeface="Wingdings" panose="05000000000000000000" pitchFamily="2" charset="2"/>
              </a:rPr>
              <a:t> (i.e., </a:t>
            </a:r>
            <a:r>
              <a:rPr lang="de-DE" sz="1800" dirty="0" err="1">
                <a:sym typeface="Wingdings" panose="05000000000000000000" pitchFamily="2" charset="2"/>
              </a:rPr>
              <a:t>context</a:t>
            </a:r>
            <a:r>
              <a:rPr lang="de-DE" sz="1800" dirty="0">
                <a:sym typeface="Wingdings" panose="05000000000000000000" pitchFamily="2" charset="2"/>
              </a:rPr>
              <a:t>)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8FD29C-8441-C734-E9E2-7C787A71A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484D7D5-A650-8486-0CA4-055286179E89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9836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CEFE-1060-1537-D804-F4EC44EA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20304906-E5BA-0BE1-A2B7-8273F193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Enactivism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E908329E-CAE9-30DB-AC6A-D7925915590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2" indent="-342900">
              <a:buFont typeface="+mj-lt"/>
              <a:buAutoNum type="arabicParenR" startAt="3"/>
            </a:pPr>
            <a:r>
              <a:rPr lang="de-DE" sz="1800" b="1" dirty="0"/>
              <a:t>Sense-</a:t>
            </a:r>
            <a:r>
              <a:rPr lang="de-DE" sz="1800" b="1" dirty="0" err="1"/>
              <a:t>making</a:t>
            </a:r>
            <a:r>
              <a:rPr lang="de-DE" sz="1800" b="1" dirty="0"/>
              <a:t> </a:t>
            </a:r>
          </a:p>
          <a:p>
            <a:pPr lvl="3"/>
            <a:r>
              <a:rPr lang="de-DE" sz="1800" b="1" dirty="0"/>
              <a:t>i.e., </a:t>
            </a:r>
            <a:r>
              <a:rPr lang="de-DE" sz="1800" b="1" dirty="0" err="1"/>
              <a:t>co-creating</a:t>
            </a:r>
            <a:r>
              <a:rPr lang="de-DE" sz="1800" b="1" dirty="0"/>
              <a:t> </a:t>
            </a:r>
            <a:r>
              <a:rPr lang="de-DE" sz="1800" b="1" dirty="0" err="1"/>
              <a:t>what</a:t>
            </a:r>
            <a:r>
              <a:rPr lang="de-DE" sz="1800" b="1" dirty="0"/>
              <a:t> </a:t>
            </a:r>
            <a:r>
              <a:rPr lang="de-DE" sz="1800" b="1" dirty="0" err="1"/>
              <a:t>one</a:t>
            </a:r>
            <a:r>
              <a:rPr lang="de-DE" sz="1800" b="1" dirty="0"/>
              <a:t> </a:t>
            </a:r>
            <a:r>
              <a:rPr lang="de-DE" sz="1800" b="1" dirty="0" err="1"/>
              <a:t>senses</a:t>
            </a:r>
            <a:endParaRPr lang="de-DE" sz="1800" dirty="0"/>
          </a:p>
          <a:p>
            <a:pPr lvl="3"/>
            <a:r>
              <a:rPr lang="de-DE" sz="1800" dirty="0" err="1"/>
              <a:t>Perception</a:t>
            </a:r>
            <a:endParaRPr lang="de-DE" sz="1800" dirty="0"/>
          </a:p>
          <a:p>
            <a:pPr lvl="4"/>
            <a:r>
              <a:rPr lang="de-DE" sz="1800" dirty="0"/>
              <a:t>Not passive</a:t>
            </a:r>
          </a:p>
          <a:p>
            <a:pPr lvl="4"/>
            <a:r>
              <a:rPr lang="de-DE" sz="1800" dirty="0" err="1"/>
              <a:t>Situated</a:t>
            </a:r>
            <a:endParaRPr lang="de-DE" sz="1800" dirty="0"/>
          </a:p>
          <a:p>
            <a:pPr lvl="4"/>
            <a:r>
              <a:rPr lang="de-DE" sz="1800" dirty="0" err="1"/>
              <a:t>Informed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&amp; </a:t>
            </a:r>
            <a:r>
              <a:rPr lang="de-DE" sz="1800" dirty="0" err="1"/>
              <a:t>informing</a:t>
            </a:r>
            <a:r>
              <a:rPr lang="de-DE" sz="1800" dirty="0"/>
              <a:t> </a:t>
            </a:r>
            <a:r>
              <a:rPr lang="de-DE" sz="1800" dirty="0" err="1"/>
              <a:t>action</a:t>
            </a:r>
            <a:endParaRPr lang="de-DE" sz="3200" b="1" dirty="0">
              <a:sym typeface="Wingdings" panose="05000000000000000000" pitchFamily="2" charset="2"/>
            </a:endParaRPr>
          </a:p>
          <a:p>
            <a:pPr marL="468000" lvl="4" indent="0">
              <a:buNone/>
            </a:pPr>
            <a:endParaRPr lang="de-DE" sz="1800" dirty="0"/>
          </a:p>
          <a:p>
            <a:pPr marL="0" lvl="2" indent="0">
              <a:buNone/>
            </a:pPr>
            <a:r>
              <a:rPr lang="de-DE" sz="1800" dirty="0"/>
              <a:t>	</a:t>
            </a:r>
            <a:r>
              <a:rPr lang="de-DE" sz="1800" dirty="0" err="1"/>
              <a:t>Relevance</a:t>
            </a:r>
            <a:r>
              <a:rPr lang="de-DE" sz="1800" dirty="0"/>
              <a:t>?</a:t>
            </a:r>
          </a:p>
          <a:p>
            <a:pPr marL="234000" lvl="3" indent="0">
              <a:buNone/>
            </a:pPr>
            <a:r>
              <a:rPr lang="de-DE" sz="1800" dirty="0">
                <a:sym typeface="Wingdings" panose="05000000000000000000" pitchFamily="2" charset="2"/>
              </a:rPr>
              <a:t>		 </a:t>
            </a:r>
            <a:r>
              <a:rPr lang="de-DE" sz="1800" dirty="0" err="1">
                <a:sym typeface="Wingdings" panose="05000000000000000000" pitchFamily="2" charset="2"/>
              </a:rPr>
              <a:t>created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interactively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by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an </a:t>
            </a:r>
            <a:r>
              <a:rPr lang="de-DE" sz="1800" dirty="0" err="1">
                <a:sym typeface="Wingdings" panose="05000000000000000000" pitchFamily="2" charset="2"/>
              </a:rPr>
              <a:t>organism</a:t>
            </a:r>
            <a:r>
              <a:rPr lang="de-DE" sz="1800" dirty="0">
                <a:sym typeface="Wingdings" panose="05000000000000000000" pitchFamily="2" charset="2"/>
              </a:rPr>
              <a:t> and </a:t>
            </a:r>
            <a:br>
              <a:rPr lang="de-DE" sz="1800" dirty="0">
                <a:sym typeface="Wingdings" panose="05000000000000000000" pitchFamily="2" charset="2"/>
              </a:rPr>
            </a:br>
            <a:r>
              <a:rPr lang="de-DE" sz="1800" dirty="0">
                <a:sym typeface="Wingdings" panose="05000000000000000000" pitchFamily="2" charset="2"/>
              </a:rPr>
              <a:t> 			 </a:t>
            </a:r>
            <a:r>
              <a:rPr lang="de-DE" sz="1800" b="1" dirty="0" err="1">
                <a:sym typeface="Wingdings" panose="05000000000000000000" pitchFamily="2" charset="2"/>
              </a:rPr>
              <a:t>its</a:t>
            </a:r>
            <a:r>
              <a:rPr lang="de-DE" sz="1800" dirty="0">
                <a:sym typeface="Wingdings" panose="05000000000000000000" pitchFamily="2" charset="2"/>
              </a:rPr>
              <a:t> </a:t>
            </a:r>
            <a:r>
              <a:rPr lang="de-DE" sz="1800" dirty="0" err="1">
                <a:sym typeface="Wingdings" panose="05000000000000000000" pitchFamily="2" charset="2"/>
              </a:rPr>
              <a:t>environment</a:t>
            </a:r>
            <a:r>
              <a:rPr lang="de-DE" sz="1800" dirty="0">
                <a:sym typeface="Wingdings" panose="05000000000000000000" pitchFamily="2" charset="2"/>
              </a:rPr>
              <a:t> (i.e., </a:t>
            </a:r>
            <a:r>
              <a:rPr lang="de-DE" sz="1800" dirty="0" err="1">
                <a:sym typeface="Wingdings" panose="05000000000000000000" pitchFamily="2" charset="2"/>
              </a:rPr>
              <a:t>context</a:t>
            </a:r>
            <a:r>
              <a:rPr lang="de-DE" sz="1800" dirty="0">
                <a:sym typeface="Wingdings" panose="05000000000000000000" pitchFamily="2" charset="2"/>
              </a:rPr>
              <a:t>) </a:t>
            </a:r>
            <a:endParaRPr lang="de-DE" sz="1800" dirty="0"/>
          </a:p>
          <a:p>
            <a:pPr lvl="2"/>
            <a:endParaRPr lang="de-DE" sz="1800" dirty="0">
              <a:highlight>
                <a:srgbClr val="FFFF00"/>
              </a:highlight>
            </a:endParaRP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9DB6DD8-A684-255B-2821-216C4F50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88938"/>
            <a:ext cx="511398" cy="42939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9DFA867-C42C-4F31-654C-F27CC13331C8}"/>
              </a:ext>
            </a:extLst>
          </p:cNvPr>
          <p:cNvSpPr txBox="1"/>
          <p:nvPr/>
        </p:nvSpPr>
        <p:spPr>
          <a:xfrm>
            <a:off x="468000" y="4441120"/>
            <a:ext cx="570226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Thompson (2007)</a:t>
            </a:r>
          </a:p>
          <a:p>
            <a:r>
              <a:rPr lang="de-DE" dirty="0">
                <a:solidFill>
                  <a:schemeClr val="bg2"/>
                </a:solidFill>
              </a:rPr>
              <a:t>See </a:t>
            </a:r>
            <a:r>
              <a:rPr lang="de-DE" dirty="0" err="1">
                <a:solidFill>
                  <a:schemeClr val="bg2"/>
                </a:solidFill>
              </a:rPr>
              <a:t>Hutto</a:t>
            </a:r>
            <a:r>
              <a:rPr lang="de-DE" dirty="0">
                <a:solidFill>
                  <a:schemeClr val="bg2"/>
                </a:solidFill>
              </a:rPr>
              <a:t> &amp; </a:t>
            </a:r>
            <a:r>
              <a:rPr lang="de-DE" dirty="0" err="1">
                <a:solidFill>
                  <a:schemeClr val="bg2"/>
                </a:solidFill>
              </a:rPr>
              <a:t>Myin</a:t>
            </a:r>
            <a:r>
              <a:rPr lang="de-DE" dirty="0">
                <a:solidFill>
                  <a:schemeClr val="bg2"/>
                </a:solidFill>
              </a:rPr>
              <a:t> (2013)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critical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discussion</a:t>
            </a:r>
            <a:endParaRPr lang="de-DE" dirty="0">
              <a:solidFill>
                <a:schemeClr val="bg2"/>
              </a:solidFill>
            </a:endParaRPr>
          </a:p>
          <a:p>
            <a:r>
              <a:rPr lang="de-DE" dirty="0">
                <a:solidFill>
                  <a:schemeClr val="bg2"/>
                </a:solidFill>
              </a:rPr>
              <a:t>See Stankozi (2024) </a:t>
            </a:r>
            <a:r>
              <a:rPr lang="de-DE" dirty="0" err="1">
                <a:solidFill>
                  <a:schemeClr val="bg2"/>
                </a:solidFill>
              </a:rPr>
              <a:t>for</a:t>
            </a:r>
            <a:r>
              <a:rPr lang="de-DE" dirty="0">
                <a:solidFill>
                  <a:schemeClr val="bg2"/>
                </a:solidFill>
              </a:rPr>
              <a:t> a </a:t>
            </a:r>
            <a:r>
              <a:rPr lang="de-DE" dirty="0" err="1">
                <a:solidFill>
                  <a:schemeClr val="bg2"/>
                </a:solidFill>
              </a:rPr>
              <a:t>relation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to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affordances</a:t>
            </a:r>
            <a:r>
              <a:rPr lang="de-DE" dirty="0">
                <a:solidFill>
                  <a:schemeClr val="bg2"/>
                </a:solidFill>
              </a:rPr>
              <a:t> / </a:t>
            </a:r>
            <a:r>
              <a:rPr lang="de-DE" dirty="0" err="1">
                <a:solidFill>
                  <a:schemeClr val="bg2"/>
                </a:solidFill>
              </a:rPr>
              <a:t>ecological</a:t>
            </a:r>
            <a:r>
              <a:rPr lang="de-DE" dirty="0">
                <a:solidFill>
                  <a:schemeClr val="bg2"/>
                </a:solidFill>
              </a:rPr>
              <a:t> </a:t>
            </a:r>
            <a:r>
              <a:rPr lang="de-DE" dirty="0" err="1">
                <a:solidFill>
                  <a:schemeClr val="bg2"/>
                </a:solidFill>
              </a:rPr>
              <a:t>psychology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3" name="Zierrahmen 2">
            <a:extLst>
              <a:ext uri="{FF2B5EF4-FFF2-40B4-BE49-F238E27FC236}">
                <a16:creationId xmlns:a16="http://schemas.microsoft.com/office/drawing/2014/main" id="{E9ECCECA-0B82-6D9D-7228-5678C8AD6033}"/>
              </a:ext>
            </a:extLst>
          </p:cNvPr>
          <p:cNvSpPr/>
          <p:nvPr/>
        </p:nvSpPr>
        <p:spPr>
          <a:xfrm>
            <a:off x="5991593" y="2946400"/>
            <a:ext cx="2039569" cy="1346906"/>
          </a:xfrm>
          <a:prstGeom prst="plaqu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err="1">
                <a:solidFill>
                  <a:schemeClr val="bg2"/>
                </a:solidFill>
              </a:rPr>
              <a:t>Perspectival</a:t>
            </a:r>
            <a:endParaRPr lang="de-DE" sz="2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732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0C96-179B-DBE3-7BB0-6AB28B724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5377DDF0-005F-F5CA-A4E9-B19DAEBA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E0B9087E-45C7-444D-3849-5FA7DB2B8930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r>
              <a:rPr lang="de-DE" sz="1800" b="1" dirty="0"/>
              <a:t>	</a:t>
            </a:r>
            <a:r>
              <a:rPr lang="de-DE" sz="1800" dirty="0"/>
              <a:t> 		</a:t>
            </a:r>
            <a:endParaRPr lang="de-DE" sz="1800" b="1" dirty="0"/>
          </a:p>
          <a:p>
            <a:pPr marL="0" lvl="2" indent="0">
              <a:buNone/>
            </a:pPr>
            <a:r>
              <a:rPr lang="de-DE" sz="1800" dirty="0"/>
              <a:t>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AEEB3C5-9A2D-B214-608D-B00F3673D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945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352A-60D5-F951-E249-081F411F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BCC12FEC-D5A5-71F8-A2C0-68AC4A026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A3A99C22-624B-53E0-E1C8-282E1449BF84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		</a:t>
            </a:r>
            <a:endParaRPr lang="de-DE" sz="1800" b="1" dirty="0"/>
          </a:p>
          <a:p>
            <a:pPr marL="0" lvl="2" indent="0">
              <a:buNone/>
            </a:pPr>
            <a:r>
              <a:rPr lang="de-DE" sz="1800" dirty="0"/>
              <a:t>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27937D-B6B1-4263-8D9D-55E4269F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3BED5D0-A1A2-6D44-DF23-8A64D71BFDE5}"/>
              </a:ext>
            </a:extLst>
          </p:cNvPr>
          <p:cNvSpPr txBox="1"/>
          <p:nvPr/>
        </p:nvSpPr>
        <p:spPr>
          <a:xfrm>
            <a:off x="468000" y="4467234"/>
            <a:ext cx="2060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</a:p>
        </p:txBody>
      </p:sp>
    </p:spTree>
    <p:extLst>
      <p:ext uri="{BB962C8B-B14F-4D97-AF65-F5344CB8AC3E}">
        <p14:creationId xmlns:p14="http://schemas.microsoft.com/office/powerpoint/2010/main" val="1669911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BBC5F-DD2B-D476-CCA5-CD8B0B0D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5D2078EC-DA44-EF1B-C3BF-3E717A4C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3B03505D-4D7C-3006-A9B3-29F4D9CC32AC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</a:t>
            </a:r>
            <a:endParaRPr lang="de-DE" sz="1800" b="1" dirty="0"/>
          </a:p>
          <a:p>
            <a:pPr marL="0" lvl="2" indent="0">
              <a:buNone/>
            </a:pPr>
            <a:r>
              <a:rPr lang="de-DE" sz="1800" dirty="0"/>
              <a:t>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DA61F3B-30FE-689A-18A2-9970011C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8312CD6-5F12-5736-D036-DC801CE09BC8}"/>
              </a:ext>
            </a:extLst>
          </p:cNvPr>
          <p:cNvSpPr txBox="1"/>
          <p:nvPr/>
        </p:nvSpPr>
        <p:spPr>
          <a:xfrm>
            <a:off x="468000" y="4467234"/>
            <a:ext cx="2060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</a:p>
        </p:txBody>
      </p:sp>
    </p:spTree>
    <p:extLst>
      <p:ext uri="{BB962C8B-B14F-4D97-AF65-F5344CB8AC3E}">
        <p14:creationId xmlns:p14="http://schemas.microsoft.com/office/powerpoint/2010/main" val="14336572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881D-F2FC-A1C2-87A0-487527CA8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DC1DCEF4-A297-5AC2-4712-50A8297E2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7403CD21-269A-99A0-9DF3-37855BAEEC79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marL="0" lvl="2" indent="0">
              <a:buNone/>
            </a:pPr>
            <a:r>
              <a:rPr lang="de-DE" sz="1800" dirty="0"/>
              <a:t>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C2B6470-038D-A23D-2CF4-31B2A3C9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16DB088-2CF0-53D9-5784-F45C3862EFFC}"/>
              </a:ext>
            </a:extLst>
          </p:cNvPr>
          <p:cNvSpPr txBox="1"/>
          <p:nvPr/>
        </p:nvSpPr>
        <p:spPr>
          <a:xfrm>
            <a:off x="468000" y="4467234"/>
            <a:ext cx="206024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</a:p>
        </p:txBody>
      </p:sp>
    </p:spTree>
    <p:extLst>
      <p:ext uri="{BB962C8B-B14F-4D97-AF65-F5344CB8AC3E}">
        <p14:creationId xmlns:p14="http://schemas.microsoft.com/office/powerpoint/2010/main" val="14168207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B52C-EC2C-29B3-AEE4-864CAD90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5DE28B0E-AB35-1F7D-66E6-38696064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BE39B1A1-874B-F08D-777C-C9F56C7D7A01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	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7EA9694-FE06-622E-46F8-795945CA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B7274C2-6D6D-3359-9585-DC302C043EEA}"/>
              </a:ext>
            </a:extLst>
          </p:cNvPr>
          <p:cNvSpPr txBox="1"/>
          <p:nvPr/>
        </p:nvSpPr>
        <p:spPr>
          <a:xfrm>
            <a:off x="468000" y="4467234"/>
            <a:ext cx="33779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</p:txBody>
      </p:sp>
    </p:spTree>
    <p:extLst>
      <p:ext uri="{BB962C8B-B14F-4D97-AF65-F5344CB8AC3E}">
        <p14:creationId xmlns:p14="http://schemas.microsoft.com/office/powerpoint/2010/main" val="41614414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AB92-DA2F-78D6-24ED-00888324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3591A864-01C1-59D5-2F33-2FF26D33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FE5772A2-59D5-29B5-0825-143B39027002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 (not </a:t>
            </a:r>
            <a:r>
              <a:rPr lang="de-DE" sz="1800" dirty="0" err="1"/>
              <a:t>static</a:t>
            </a:r>
            <a:r>
              <a:rPr lang="de-DE" sz="1800" dirty="0"/>
              <a:t>)					</a:t>
            </a:r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32266EE-B8B5-6BDE-F637-E4D45DE8D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EB3B98A-1473-4F29-0D1E-A3C978A2A91F}"/>
              </a:ext>
            </a:extLst>
          </p:cNvPr>
          <p:cNvSpPr txBox="1"/>
          <p:nvPr/>
        </p:nvSpPr>
        <p:spPr>
          <a:xfrm>
            <a:off x="468000" y="4467234"/>
            <a:ext cx="33779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</p:txBody>
      </p:sp>
    </p:spTree>
    <p:extLst>
      <p:ext uri="{BB962C8B-B14F-4D97-AF65-F5344CB8AC3E}">
        <p14:creationId xmlns:p14="http://schemas.microsoft.com/office/powerpoint/2010/main" val="33763788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571C-BDB7-5707-6D01-CE068C14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1F1960D6-1822-9E66-A740-9884E3E1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F73844D6-F62C-0997-EC4D-EC09193DAEF7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 (not </a:t>
            </a:r>
            <a:r>
              <a:rPr lang="de-DE" sz="1800" dirty="0" err="1"/>
              <a:t>static</a:t>
            </a:r>
            <a:r>
              <a:rPr lang="de-DE" sz="1800" dirty="0"/>
              <a:t>)		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history</a:t>
            </a:r>
            <a:r>
              <a:rPr lang="de-DE" sz="1800" dirty="0"/>
              <a:t>: environmental</a:t>
            </a:r>
            <a:br>
              <a:rPr lang="de-DE" sz="1800" dirty="0"/>
            </a:br>
            <a:r>
              <a:rPr lang="de-DE" sz="1800" dirty="0"/>
              <a:t> 														 </a:t>
            </a:r>
            <a:r>
              <a:rPr lang="de-DE" sz="1800" dirty="0" err="1"/>
              <a:t>fluctuations</a:t>
            </a:r>
            <a:r>
              <a:rPr lang="de-DE" sz="1800" dirty="0"/>
              <a:t> &amp; </a:t>
            </a:r>
            <a:r>
              <a:rPr lang="de-DE" sz="1800" dirty="0" err="1"/>
              <a:t>experiences</a:t>
            </a:r>
            <a:br>
              <a:rPr lang="de-DE" sz="1800" dirty="0"/>
            </a:br>
            <a:r>
              <a:rPr lang="de-DE" sz="1800" dirty="0"/>
              <a:t> 															(</a:t>
            </a:r>
            <a:r>
              <a:rPr lang="de-DE" sz="1800" i="1" dirty="0" err="1"/>
              <a:t>evo-devo</a:t>
            </a:r>
            <a:r>
              <a:rPr lang="de-DE" sz="1800" dirty="0"/>
              <a:t>)</a:t>
            </a:r>
            <a:endParaRPr lang="de-DE" sz="1800" b="1" dirty="0">
              <a:highlight>
                <a:srgbClr val="FFFF00"/>
              </a:highlight>
            </a:endParaRPr>
          </a:p>
          <a:p>
            <a:pPr lvl="2"/>
            <a:endParaRPr lang="de-DE" sz="1800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26B7AD5-0053-2E34-E966-9455A2591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B1D1EFD-DFE0-0923-C0C6-CE18EC2EA736}"/>
              </a:ext>
            </a:extLst>
          </p:cNvPr>
          <p:cNvSpPr txBox="1"/>
          <p:nvPr/>
        </p:nvSpPr>
        <p:spPr>
          <a:xfrm>
            <a:off x="468000" y="4467234"/>
            <a:ext cx="337791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</p:txBody>
      </p:sp>
    </p:spTree>
    <p:extLst>
      <p:ext uri="{BB962C8B-B14F-4D97-AF65-F5344CB8AC3E}">
        <p14:creationId xmlns:p14="http://schemas.microsoft.com/office/powerpoint/2010/main" val="39080121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0407-AC5E-A066-0486-D540A81D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E9A74460-A97C-EEDE-D323-66D7E27D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19CB9978-C0F2-3BBA-05DB-6E5D00BF559B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 (not </a:t>
            </a:r>
            <a:r>
              <a:rPr lang="de-DE" sz="1800" dirty="0" err="1"/>
              <a:t>static</a:t>
            </a:r>
            <a:r>
              <a:rPr lang="de-DE" sz="1800" dirty="0"/>
              <a:t>)		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history</a:t>
            </a:r>
            <a:r>
              <a:rPr lang="de-DE" sz="1800" dirty="0"/>
              <a:t>: environmental</a:t>
            </a:r>
            <a:br>
              <a:rPr lang="de-DE" sz="1800" dirty="0"/>
            </a:br>
            <a:r>
              <a:rPr lang="de-DE" sz="1800" dirty="0"/>
              <a:t> 														 </a:t>
            </a:r>
            <a:r>
              <a:rPr lang="de-DE" sz="1800" dirty="0" err="1"/>
              <a:t>fluctuations</a:t>
            </a:r>
            <a:r>
              <a:rPr lang="de-DE" sz="1800" dirty="0"/>
              <a:t> &amp; </a:t>
            </a:r>
            <a:r>
              <a:rPr lang="de-DE" sz="1800" dirty="0" err="1"/>
              <a:t>experiences</a:t>
            </a:r>
            <a:br>
              <a:rPr lang="de-DE" sz="1800" dirty="0"/>
            </a:br>
            <a:r>
              <a:rPr lang="de-DE" sz="1800" dirty="0"/>
              <a:t> 															(</a:t>
            </a:r>
            <a:r>
              <a:rPr lang="de-DE" sz="1800" i="1" dirty="0" err="1"/>
              <a:t>evo-devo</a:t>
            </a:r>
            <a:r>
              <a:rPr lang="de-DE" sz="1800" dirty="0"/>
              <a:t>)</a:t>
            </a:r>
            <a:endParaRPr lang="de-DE" sz="1800" b="1" dirty="0">
              <a:highlight>
                <a:srgbClr val="FFFF00"/>
              </a:highlight>
            </a:endParaRPr>
          </a:p>
          <a:p>
            <a:pPr lvl="2"/>
            <a:endParaRPr lang="de-DE" sz="1800" dirty="0"/>
          </a:p>
          <a:p>
            <a:pPr lvl="2"/>
            <a:r>
              <a:rPr lang="de-DE" sz="1800" b="1" dirty="0" err="1"/>
              <a:t>Perspectival</a:t>
            </a:r>
            <a:r>
              <a:rPr lang="de-DE" sz="1800" b="1" dirty="0"/>
              <a:t> </a:t>
            </a: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9466131-059C-0438-8EE0-294D0560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76A0E2B-FADC-BC44-144E-0F027881DA0E}"/>
              </a:ext>
            </a:extLst>
          </p:cNvPr>
          <p:cNvSpPr txBox="1"/>
          <p:nvPr/>
        </p:nvSpPr>
        <p:spPr>
          <a:xfrm>
            <a:off x="468000" y="4467234"/>
            <a:ext cx="337791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  <a:p>
            <a:r>
              <a:rPr lang="de-DE" dirty="0">
                <a:solidFill>
                  <a:schemeClr val="bg2"/>
                </a:solidFill>
              </a:rPr>
              <a:t>De Haan (2020)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7123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C6E1-39DF-2170-F31B-34F92583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0B82C986-00E6-C95B-1F35-7EED017E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E5E403FF-A7B3-E3E4-139D-3F5C2DF02BE4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 (not </a:t>
            </a:r>
            <a:r>
              <a:rPr lang="de-DE" sz="1800" dirty="0" err="1"/>
              <a:t>static</a:t>
            </a:r>
            <a:r>
              <a:rPr lang="de-DE" sz="1800" dirty="0"/>
              <a:t>)		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history</a:t>
            </a:r>
            <a:r>
              <a:rPr lang="de-DE" sz="1800" dirty="0"/>
              <a:t>: environmental</a:t>
            </a:r>
            <a:br>
              <a:rPr lang="de-DE" sz="1800" dirty="0"/>
            </a:br>
            <a:r>
              <a:rPr lang="de-DE" sz="1800" dirty="0"/>
              <a:t> 														 </a:t>
            </a:r>
            <a:r>
              <a:rPr lang="de-DE" sz="1800" dirty="0" err="1"/>
              <a:t>fluctuations</a:t>
            </a:r>
            <a:r>
              <a:rPr lang="de-DE" sz="1800" dirty="0"/>
              <a:t> &amp; </a:t>
            </a:r>
            <a:r>
              <a:rPr lang="de-DE" sz="1800" dirty="0" err="1"/>
              <a:t>experiences</a:t>
            </a:r>
            <a:br>
              <a:rPr lang="de-DE" sz="1800" dirty="0"/>
            </a:br>
            <a:r>
              <a:rPr lang="de-DE" sz="1800" dirty="0"/>
              <a:t> 															(</a:t>
            </a:r>
            <a:r>
              <a:rPr lang="de-DE" sz="1800" i="1" dirty="0" err="1"/>
              <a:t>evo-devo</a:t>
            </a:r>
            <a:r>
              <a:rPr lang="de-DE" sz="1800" dirty="0"/>
              <a:t>)</a:t>
            </a:r>
            <a:endParaRPr lang="de-DE" sz="1800" b="1" dirty="0">
              <a:highlight>
                <a:srgbClr val="FFFF00"/>
              </a:highlight>
            </a:endParaRPr>
          </a:p>
          <a:p>
            <a:pPr lvl="2"/>
            <a:endParaRPr lang="de-DE" sz="1800" dirty="0"/>
          </a:p>
          <a:p>
            <a:pPr lvl="2"/>
            <a:r>
              <a:rPr lang="de-DE" sz="1800" b="1" dirty="0" err="1"/>
              <a:t>Perspectival</a:t>
            </a:r>
            <a:r>
              <a:rPr lang="de-DE" sz="1800" b="1" dirty="0"/>
              <a:t> </a:t>
            </a:r>
            <a:r>
              <a:rPr lang="de-DE" sz="1800" dirty="0"/>
              <a:t>(not </a:t>
            </a:r>
            <a:r>
              <a:rPr lang="de-DE" sz="1800" dirty="0" err="1"/>
              <a:t>objective</a:t>
            </a:r>
            <a:r>
              <a:rPr lang="de-DE" sz="1800" dirty="0"/>
              <a:t>)	</a:t>
            </a:r>
            <a:endParaRPr lang="de-DE" sz="1800" b="1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5A8FF77-6AF0-906D-5E71-B68A9E4C3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185977B-607D-E0D6-EDB8-93A2EFB4C0FF}"/>
              </a:ext>
            </a:extLst>
          </p:cNvPr>
          <p:cNvSpPr txBox="1"/>
          <p:nvPr/>
        </p:nvSpPr>
        <p:spPr>
          <a:xfrm>
            <a:off x="468000" y="4467234"/>
            <a:ext cx="337791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  <a:p>
            <a:r>
              <a:rPr lang="de-DE" dirty="0">
                <a:solidFill>
                  <a:schemeClr val="bg2"/>
                </a:solidFill>
              </a:rPr>
              <a:t>De Haan (2020)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194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A914-DAA0-C467-E8EB-87D992BC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5">
            <a:extLst>
              <a:ext uri="{FF2B5EF4-FFF2-40B4-BE49-F238E27FC236}">
                <a16:creationId xmlns:a16="http://schemas.microsoft.com/office/drawing/2014/main" id="{F82951A1-D722-0B21-6F42-38E12103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Context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6">
            <a:extLst>
              <a:ext uri="{FF2B5EF4-FFF2-40B4-BE49-F238E27FC236}">
                <a16:creationId xmlns:a16="http://schemas.microsoft.com/office/drawing/2014/main" id="{AC4377FA-F63C-834A-60D6-798E1753B684}"/>
              </a:ext>
            </a:extLst>
          </p:cNvPr>
          <p:cNvSpPr txBox="1">
            <a:spLocks/>
          </p:cNvSpPr>
          <p:nvPr/>
        </p:nvSpPr>
        <p:spPr>
          <a:xfrm>
            <a:off x="1609867" y="1150613"/>
            <a:ext cx="710959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DE" sz="1800" b="1" dirty="0"/>
              <a:t>Interactive	</a:t>
            </a:r>
            <a:r>
              <a:rPr lang="de-DE" sz="1800" dirty="0"/>
              <a:t> (not passive)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agents</a:t>
            </a:r>
            <a:r>
              <a:rPr lang="de-DE" sz="1800" dirty="0"/>
              <a:t> </a:t>
            </a:r>
            <a:r>
              <a:rPr lang="de-DE" sz="1800" dirty="0" err="1"/>
              <a:t>constantly</a:t>
            </a:r>
            <a:br>
              <a:rPr lang="de-DE" sz="1800" dirty="0"/>
            </a:br>
            <a:r>
              <a:rPr lang="de-DE" sz="1800" dirty="0"/>
              <a:t> 													 	 </a:t>
            </a:r>
            <a:r>
              <a:rPr lang="de-DE" sz="1800" dirty="0" err="1"/>
              <a:t>change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context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															(</a:t>
            </a:r>
            <a:r>
              <a:rPr lang="de-DE" sz="1800" i="1" dirty="0" err="1"/>
              <a:t>niche</a:t>
            </a:r>
            <a:r>
              <a:rPr lang="de-DE" sz="1800" i="1" dirty="0"/>
              <a:t> </a:t>
            </a:r>
            <a:r>
              <a:rPr lang="de-DE" sz="1800" i="1" dirty="0" err="1"/>
              <a:t>construction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dirty="0"/>
          </a:p>
          <a:p>
            <a:pPr lvl="2"/>
            <a:r>
              <a:rPr lang="de-DE" sz="1800" b="1" dirty="0"/>
              <a:t>Dynamic</a:t>
            </a:r>
            <a:r>
              <a:rPr lang="de-DE" sz="1800" dirty="0"/>
              <a:t> (not </a:t>
            </a:r>
            <a:r>
              <a:rPr lang="de-DE" sz="1800" dirty="0" err="1"/>
              <a:t>static</a:t>
            </a:r>
            <a:r>
              <a:rPr lang="de-DE" sz="1800" dirty="0"/>
              <a:t>)				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history</a:t>
            </a:r>
            <a:r>
              <a:rPr lang="de-DE" sz="1800" dirty="0"/>
              <a:t>: environmental</a:t>
            </a:r>
            <a:br>
              <a:rPr lang="de-DE" sz="1800" dirty="0"/>
            </a:br>
            <a:r>
              <a:rPr lang="de-DE" sz="1800" dirty="0"/>
              <a:t> 														 </a:t>
            </a:r>
            <a:r>
              <a:rPr lang="de-DE" sz="1800" dirty="0" err="1"/>
              <a:t>fluctuations</a:t>
            </a:r>
            <a:r>
              <a:rPr lang="de-DE" sz="1800" dirty="0"/>
              <a:t> &amp; </a:t>
            </a:r>
            <a:r>
              <a:rPr lang="de-DE" sz="1800" dirty="0" err="1"/>
              <a:t>experiences</a:t>
            </a:r>
            <a:br>
              <a:rPr lang="de-DE" sz="1800" dirty="0"/>
            </a:br>
            <a:r>
              <a:rPr lang="de-DE" sz="1800" dirty="0"/>
              <a:t> 															(</a:t>
            </a:r>
            <a:r>
              <a:rPr lang="de-DE" sz="1800" i="1" dirty="0" err="1"/>
              <a:t>evo-devo</a:t>
            </a:r>
            <a:r>
              <a:rPr lang="de-DE" sz="1800" dirty="0"/>
              <a:t>)</a:t>
            </a:r>
            <a:endParaRPr lang="de-DE" sz="1800" b="1" dirty="0">
              <a:highlight>
                <a:srgbClr val="FFFF00"/>
              </a:highlight>
            </a:endParaRPr>
          </a:p>
          <a:p>
            <a:pPr lvl="2"/>
            <a:endParaRPr lang="de-DE" sz="1800" dirty="0"/>
          </a:p>
          <a:p>
            <a:pPr lvl="2"/>
            <a:r>
              <a:rPr lang="de-DE" sz="1800" b="1" dirty="0" err="1"/>
              <a:t>Perspectival</a:t>
            </a:r>
            <a:r>
              <a:rPr lang="de-DE" sz="1800" b="1" dirty="0"/>
              <a:t> </a:t>
            </a:r>
            <a:r>
              <a:rPr lang="de-DE" sz="1800" dirty="0"/>
              <a:t>(not </a:t>
            </a:r>
            <a:r>
              <a:rPr lang="de-DE" sz="1800" dirty="0" err="1"/>
              <a:t>objective</a:t>
            </a:r>
            <a:r>
              <a:rPr lang="de-DE" sz="1800" dirty="0"/>
              <a:t>)	-&gt; </a:t>
            </a:r>
            <a:r>
              <a:rPr lang="de-DE" sz="1800" dirty="0" err="1"/>
              <a:t>consider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organism‘s</a:t>
            </a:r>
            <a:r>
              <a:rPr lang="de-DE" sz="1800" dirty="0"/>
              <a:t> </a:t>
            </a:r>
            <a:br>
              <a:rPr lang="de-DE" sz="1800" dirty="0"/>
            </a:br>
            <a:r>
              <a:rPr lang="de-DE" sz="1800" dirty="0"/>
              <a:t> 														</a:t>
            </a:r>
            <a:r>
              <a:rPr lang="de-DE" sz="1800" dirty="0" err="1"/>
              <a:t>previous</a:t>
            </a:r>
            <a:r>
              <a:rPr lang="de-DE" sz="1800" dirty="0"/>
              <a:t> </a:t>
            </a:r>
            <a:r>
              <a:rPr lang="de-DE" sz="1800" dirty="0" err="1"/>
              <a:t>encounters</a:t>
            </a:r>
            <a:r>
              <a:rPr lang="de-DE" sz="1800" dirty="0"/>
              <a:t>,</a:t>
            </a:r>
            <a:br>
              <a:rPr lang="de-DE" sz="1800" dirty="0"/>
            </a:br>
            <a:r>
              <a:rPr lang="de-DE" sz="1800" dirty="0"/>
              <a:t> 														</a:t>
            </a:r>
            <a:r>
              <a:rPr lang="de-DE" sz="1800" dirty="0" err="1"/>
              <a:t>movements</a:t>
            </a:r>
            <a:r>
              <a:rPr lang="de-DE" sz="1800" dirty="0"/>
              <a:t>, </a:t>
            </a:r>
            <a:r>
              <a:rPr lang="de-DE" sz="1800" dirty="0" err="1"/>
              <a:t>habits</a:t>
            </a:r>
            <a:r>
              <a:rPr lang="de-DE" sz="1800" dirty="0"/>
              <a:t>,</a:t>
            </a:r>
            <a:br>
              <a:rPr lang="de-DE" sz="1800" dirty="0"/>
            </a:br>
            <a:r>
              <a:rPr lang="de-DE" sz="1800" dirty="0"/>
              <a:t> 														</a:t>
            </a:r>
            <a:r>
              <a:rPr lang="de-DE" sz="1800" dirty="0" err="1"/>
              <a:t>needs</a:t>
            </a:r>
            <a:r>
              <a:rPr lang="de-DE" sz="1800" dirty="0"/>
              <a:t>, &amp; </a:t>
            </a:r>
            <a:r>
              <a:rPr lang="de-DE" sz="1800" dirty="0" err="1"/>
              <a:t>preferences</a:t>
            </a:r>
            <a:br>
              <a:rPr lang="de-DE" sz="1800" dirty="0"/>
            </a:br>
            <a:r>
              <a:rPr lang="de-DE" sz="1800" dirty="0"/>
              <a:t> 															(</a:t>
            </a:r>
            <a:r>
              <a:rPr lang="de-DE" sz="1800" i="1" dirty="0" err="1"/>
              <a:t>situatedness</a:t>
            </a:r>
            <a:r>
              <a:rPr lang="de-DE" sz="1800" dirty="0"/>
              <a:t>)</a:t>
            </a:r>
            <a:endParaRPr lang="de-DE" sz="1800" b="1" dirty="0"/>
          </a:p>
          <a:p>
            <a:pPr lvl="2"/>
            <a:endParaRPr lang="de-DE" sz="1800" b="1" dirty="0"/>
          </a:p>
          <a:p>
            <a:pPr marL="0" lvl="2" indent="0">
              <a:buNone/>
            </a:pPr>
            <a:br>
              <a:rPr lang="de-DE" sz="1800" dirty="0"/>
            </a:br>
            <a:r>
              <a:rPr lang="de-DE" sz="1800" dirty="0"/>
              <a:t>	</a:t>
            </a:r>
            <a:endParaRPr lang="de-DE" sz="1800" dirty="0">
              <a:highlight>
                <a:srgbClr val="FFFF00"/>
              </a:highlight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DCF9C10-D1D6-E449-C646-813C13E9D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2" y="364259"/>
            <a:ext cx="576064" cy="57606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E1B0566-9FD7-2A25-D31A-FEAAE12B0FA1}"/>
              </a:ext>
            </a:extLst>
          </p:cNvPr>
          <p:cNvSpPr txBox="1"/>
          <p:nvPr/>
        </p:nvSpPr>
        <p:spPr>
          <a:xfrm>
            <a:off x="468000" y="4467234"/>
            <a:ext cx="337791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2"/>
                </a:solidFill>
              </a:rPr>
              <a:t>Kaiser &amp; Trappes (2023)</a:t>
            </a:r>
            <a:br>
              <a:rPr lang="de-DE" dirty="0">
                <a:solidFill>
                  <a:schemeClr val="bg2"/>
                </a:solidFill>
              </a:rPr>
            </a:br>
            <a:r>
              <a:rPr lang="de-DE" dirty="0" err="1">
                <a:solidFill>
                  <a:schemeClr val="bg2"/>
                </a:solidFill>
              </a:rPr>
              <a:t>Baedke</a:t>
            </a:r>
            <a:r>
              <a:rPr lang="de-DE" dirty="0">
                <a:solidFill>
                  <a:schemeClr val="bg2"/>
                </a:solidFill>
              </a:rPr>
              <a:t>, Fábregas-Tejeda &amp; Prieto (2021)</a:t>
            </a:r>
          </a:p>
          <a:p>
            <a:r>
              <a:rPr lang="de-DE" dirty="0">
                <a:solidFill>
                  <a:schemeClr val="bg2"/>
                </a:solidFill>
              </a:rPr>
              <a:t>De Haan (2020)</a:t>
            </a:r>
            <a:endParaRPr lang="en-GB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5565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FB4C-E9C2-C044-A5EA-9BA7BFDB1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478386B-854B-44C9-8B03-B02C46F9A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908" y="1165743"/>
            <a:ext cx="1878695" cy="2679495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5E94E7DC-8279-788A-FBA2-F6C560C6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distinction</a:t>
            </a:r>
            <a:endParaRPr lang="de-DE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1B6EC787-7A10-89E9-02AD-A274B7B94CCA}"/>
                  </a:ext>
                </a:extLst>
              </p14:cNvPr>
              <p14:cNvContentPartPr/>
              <p14:nvPr/>
            </p14:nvContentPartPr>
            <p14:xfrm>
              <a:off x="1008626" y="1298262"/>
              <a:ext cx="3076892" cy="2546976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1B6EC787-7A10-89E9-02AD-A274B7B94C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626" y="1262262"/>
                <a:ext cx="3148531" cy="261861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3EC506BD-18DB-0F06-FC27-116CAAADD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518" y="1602461"/>
            <a:ext cx="545701" cy="468000"/>
          </a:xfrm>
          <a:ln>
            <a:noFill/>
          </a:ln>
        </p:spPr>
        <p:txBody>
          <a:bodyPr/>
          <a:lstStyle/>
          <a:p>
            <a:pPr marL="0" lvl="2" indent="0">
              <a:buNone/>
            </a:pPr>
            <a:r>
              <a:rPr lang="de-DE" sz="4800" b="1" dirty="0">
                <a:solidFill>
                  <a:schemeClr val="bg2"/>
                </a:solidFill>
              </a:rPr>
              <a:t>?</a:t>
            </a:r>
            <a:endParaRPr lang="de-DE" sz="48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F9322FE7-6371-A4C4-89A0-6F23178083B1}"/>
                  </a:ext>
                </a:extLst>
              </p14:cNvPr>
              <p14:cNvContentPartPr/>
              <p14:nvPr/>
            </p14:nvContentPartPr>
            <p14:xfrm>
              <a:off x="3822405" y="465153"/>
              <a:ext cx="1697390" cy="3910145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F9322FE7-6371-A4C4-89A0-6F23178083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6413" y="429155"/>
                <a:ext cx="1769014" cy="398178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E7F2FE4-8429-1408-385B-46354D93BFD5}"/>
              </a:ext>
            </a:extLst>
          </p:cNvPr>
          <p:cNvSpPr/>
          <p:nvPr/>
        </p:nvSpPr>
        <p:spPr>
          <a:xfrm rot="21023952">
            <a:off x="986228" y="1949232"/>
            <a:ext cx="2787628" cy="81626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bg2"/>
                </a:solidFill>
              </a:rPr>
              <a:t>Objective</a:t>
            </a:r>
            <a:r>
              <a:rPr lang="de-DE" sz="2800" dirty="0">
                <a:solidFill>
                  <a:schemeClr val="bg2"/>
                </a:solidFill>
              </a:rPr>
              <a:t> </a:t>
            </a:r>
            <a:r>
              <a:rPr lang="de-DE" sz="2800" dirty="0" err="1">
                <a:solidFill>
                  <a:schemeClr val="bg2"/>
                </a:solidFill>
              </a:rPr>
              <a:t>environment</a:t>
            </a:r>
            <a:endParaRPr lang="en-GB" sz="2800" dirty="0">
              <a:solidFill>
                <a:schemeClr val="bg2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1303EF8-3785-34D5-DC76-5B2DA227DCDB}"/>
              </a:ext>
            </a:extLst>
          </p:cNvPr>
          <p:cNvSpPr/>
          <p:nvPr/>
        </p:nvSpPr>
        <p:spPr>
          <a:xfrm rot="21023952">
            <a:off x="5328440" y="1949232"/>
            <a:ext cx="2787628" cy="81626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 err="1">
                <a:solidFill>
                  <a:schemeClr val="tx2"/>
                </a:solidFill>
              </a:rPr>
              <a:t>Perspectival</a:t>
            </a:r>
            <a:r>
              <a:rPr lang="de-DE" sz="2800" dirty="0">
                <a:solidFill>
                  <a:schemeClr val="tx2"/>
                </a:solidFill>
              </a:rPr>
              <a:t> </a:t>
            </a:r>
            <a:r>
              <a:rPr lang="de-DE" sz="2800" dirty="0" err="1">
                <a:solidFill>
                  <a:schemeClr val="tx2"/>
                </a:solidFill>
              </a:rPr>
              <a:t>context</a:t>
            </a:r>
            <a:endParaRPr lang="en-GB" sz="2800" dirty="0">
              <a:solidFill>
                <a:schemeClr val="tx2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DF6117-1D46-9952-7AFB-72A79947A6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210" y="317885"/>
            <a:ext cx="441470" cy="50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22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6C91C-9702-98D0-350E-748C13BB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17E12731-BCFC-17E6-1A4B-D67BCAD198AC}"/>
              </a:ext>
            </a:extLst>
          </p:cNvPr>
          <p:cNvSpPr txBox="1">
            <a:spLocks/>
          </p:cNvSpPr>
          <p:nvPr/>
        </p:nvSpPr>
        <p:spPr>
          <a:xfrm>
            <a:off x="468000" y="918000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None/>
            </a:pPr>
            <a:endParaRPr lang="de-DE" dirty="0"/>
          </a:p>
          <a:p>
            <a:pPr marL="0" lvl="2" indent="0">
              <a:buNone/>
            </a:pP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C4DDCF3-3781-E704-E462-3C4F95B9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731124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EACB-F966-E76D-BE9F-9822A58F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198C86D2-CACA-48FD-B3C2-1C8C10904450}"/>
              </a:ext>
            </a:extLst>
          </p:cNvPr>
          <p:cNvSpPr txBox="1">
            <a:spLocks/>
          </p:cNvSpPr>
          <p:nvPr/>
        </p:nvSpPr>
        <p:spPr>
          <a:xfrm>
            <a:off x="468000" y="918000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b="1" dirty="0"/>
          </a:p>
          <a:p>
            <a:pPr lvl="2"/>
            <a:r>
              <a:rPr lang="de-DE" b="1" dirty="0"/>
              <a:t>Tübingen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  <a:p>
            <a:pPr marL="0" lvl="2" indent="0">
              <a:buNone/>
            </a:pP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9142274-4F3D-641D-95C2-6F59A54F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: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2C02981-19BC-C6D9-F18A-73D876AC1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631" y="4723337"/>
            <a:ext cx="261204" cy="18481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93262FD-9392-25EB-7D32-AE7EA2E7DBAE}"/>
              </a:ext>
            </a:extLst>
          </p:cNvPr>
          <p:cNvSpPr txBox="1"/>
          <p:nvPr/>
        </p:nvSpPr>
        <p:spPr>
          <a:xfrm>
            <a:off x="3501835" y="4665703"/>
            <a:ext cx="21403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caroline.stankozi@rub.de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99470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2A1C-A340-537F-44DF-DC6054F9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25A0180D-7A08-9DBC-E55D-B292F35A7079}"/>
              </a:ext>
            </a:extLst>
          </p:cNvPr>
          <p:cNvSpPr txBox="1">
            <a:spLocks/>
          </p:cNvSpPr>
          <p:nvPr/>
        </p:nvSpPr>
        <p:spPr>
          <a:xfrm>
            <a:off x="468000" y="918000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b="1" dirty="0"/>
          </a:p>
          <a:p>
            <a:pPr lvl="2"/>
            <a:r>
              <a:rPr lang="de-DE" b="1" dirty="0"/>
              <a:t>Tübingen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Prof. Tobias Schlicht </a:t>
            </a:r>
            <a:r>
              <a:rPr lang="de-DE" dirty="0"/>
              <a:t>&amp;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b="1" dirty="0" err="1"/>
              <a:t>team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their</a:t>
            </a:r>
            <a:r>
              <a:rPr lang="de-DE" dirty="0"/>
              <a:t> support!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57F980B-8F31-C830-F05F-3E1D4623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: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D9E3D5F-0E9B-7BE5-B867-D544F9BAB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931" y="1194374"/>
            <a:ext cx="2955299" cy="122098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FF1173A-4BB8-B9CE-54B2-557B904F9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31" y="4723337"/>
            <a:ext cx="261204" cy="18481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CC3E648-7B8E-B09C-EA32-331371BA405C}"/>
              </a:ext>
            </a:extLst>
          </p:cNvPr>
          <p:cNvSpPr txBox="1"/>
          <p:nvPr/>
        </p:nvSpPr>
        <p:spPr>
          <a:xfrm>
            <a:off x="3501835" y="4665703"/>
            <a:ext cx="21403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caroline.stankozi@rub.de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3314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D6809-327D-A75C-6009-A5EBF0DB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06053895-A76F-223C-8D8B-351F190B05AA}"/>
              </a:ext>
            </a:extLst>
          </p:cNvPr>
          <p:cNvSpPr txBox="1">
            <a:spLocks/>
          </p:cNvSpPr>
          <p:nvPr/>
        </p:nvSpPr>
        <p:spPr>
          <a:xfrm>
            <a:off x="468000" y="918000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b="1" dirty="0"/>
          </a:p>
          <a:p>
            <a:pPr lvl="2"/>
            <a:r>
              <a:rPr lang="de-DE" b="1" dirty="0"/>
              <a:t>Tübingen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Prof. Tobias Schlicht </a:t>
            </a:r>
            <a:r>
              <a:rPr lang="de-DE" dirty="0"/>
              <a:t>&amp;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b="1" dirty="0" err="1"/>
              <a:t>team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their</a:t>
            </a:r>
            <a:r>
              <a:rPr lang="de-DE" dirty="0"/>
              <a:t> support!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RTG </a:t>
            </a:r>
            <a:r>
              <a:rPr lang="de-DE" b="1" dirty="0" err="1"/>
              <a:t>Situated</a:t>
            </a:r>
            <a:r>
              <a:rPr lang="de-DE" b="1" dirty="0"/>
              <a:t> </a:t>
            </a:r>
            <a:r>
              <a:rPr lang="de-DE" b="1" dirty="0" err="1"/>
              <a:t>Cognition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an </a:t>
            </a:r>
            <a:r>
              <a:rPr lang="de-DE" dirty="0" err="1"/>
              <a:t>associate</a:t>
            </a:r>
            <a:br>
              <a:rPr lang="de-DE" dirty="0"/>
            </a:br>
            <a:r>
              <a:rPr lang="de-DE" dirty="0"/>
              <a:t>&amp; </a:t>
            </a:r>
            <a:r>
              <a:rPr lang="de-DE" dirty="0" err="1"/>
              <a:t>financing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trip</a:t>
            </a:r>
            <a:br>
              <a:rPr lang="de-DE" dirty="0"/>
            </a:b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E6DDA33-CEC3-F9F4-C8F8-07AAF2B2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: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3F1E06-06F0-8BA0-3D60-E4ABB94E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931" y="1194374"/>
            <a:ext cx="2955299" cy="122098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5908653-3D82-7EE2-43FF-E030811C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931" y="2415361"/>
            <a:ext cx="2424067" cy="10436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C75E7D4-0FF2-7982-293B-E51833BB0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31" y="4723337"/>
            <a:ext cx="261204" cy="18481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FDF7106-140F-2118-D026-CD31E572459C}"/>
              </a:ext>
            </a:extLst>
          </p:cNvPr>
          <p:cNvSpPr txBox="1"/>
          <p:nvPr/>
        </p:nvSpPr>
        <p:spPr>
          <a:xfrm>
            <a:off x="3501835" y="4665703"/>
            <a:ext cx="21403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caroline.stankozi@rub.de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028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89C2F-4764-DC65-D4B4-67C35E5D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8E44435E-2266-1652-900B-EB721BF2E825}"/>
              </a:ext>
            </a:extLst>
          </p:cNvPr>
          <p:cNvSpPr txBox="1">
            <a:spLocks/>
          </p:cNvSpPr>
          <p:nvPr/>
        </p:nvSpPr>
        <p:spPr>
          <a:xfrm>
            <a:off x="468000" y="918000"/>
            <a:ext cx="7560000" cy="35259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Arial" panose="020B0604020202020204" pitchFamily="34" charset="0"/>
              <a:buNone/>
              <a:defRPr sz="15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34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68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02000" indent="-23400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+mj-lt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2340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75000"/>
              <a:buFont typeface="Arial" panose="020B0604020202020204" pitchFamily="34" charset="0"/>
              <a:buNone/>
              <a:tabLst>
                <a:tab pos="234000" algn="l"/>
              </a:tabLst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de-DE" b="1" dirty="0"/>
          </a:p>
          <a:p>
            <a:pPr lvl="2"/>
            <a:r>
              <a:rPr lang="de-DE" b="1" dirty="0"/>
              <a:t>Tübingen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being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Prof. Tobias Schlicht </a:t>
            </a:r>
            <a:r>
              <a:rPr lang="de-DE" dirty="0"/>
              <a:t>&amp; </a:t>
            </a:r>
            <a:r>
              <a:rPr lang="de-DE" dirty="0" err="1"/>
              <a:t>his</a:t>
            </a:r>
            <a:r>
              <a:rPr lang="de-DE" dirty="0"/>
              <a:t> </a:t>
            </a:r>
            <a:r>
              <a:rPr lang="de-DE" b="1" dirty="0" err="1"/>
              <a:t>team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their</a:t>
            </a:r>
            <a:r>
              <a:rPr lang="de-DE" dirty="0"/>
              <a:t> support!</a:t>
            </a:r>
          </a:p>
          <a:p>
            <a:pPr marL="0" lvl="2" indent="0">
              <a:buNone/>
            </a:pP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RTG </a:t>
            </a:r>
            <a:r>
              <a:rPr lang="de-DE" b="1" dirty="0" err="1"/>
              <a:t>Situated</a:t>
            </a:r>
            <a:r>
              <a:rPr lang="de-DE" b="1" dirty="0"/>
              <a:t> </a:t>
            </a:r>
            <a:r>
              <a:rPr lang="de-DE" b="1" dirty="0" err="1"/>
              <a:t>Cognition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an </a:t>
            </a:r>
            <a:r>
              <a:rPr lang="de-DE" dirty="0" err="1"/>
              <a:t>associate</a:t>
            </a:r>
            <a:br>
              <a:rPr lang="de-DE" dirty="0"/>
            </a:br>
            <a:r>
              <a:rPr lang="de-DE" dirty="0"/>
              <a:t>&amp; </a:t>
            </a:r>
            <a:r>
              <a:rPr lang="de-DE" dirty="0" err="1"/>
              <a:t>financing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trip</a:t>
            </a:r>
            <a:br>
              <a:rPr lang="de-DE" dirty="0"/>
            </a:br>
            <a:endParaRPr lang="de-DE" dirty="0"/>
          </a:p>
          <a:p>
            <a:pPr lvl="2"/>
            <a:r>
              <a:rPr lang="de-DE" b="1" dirty="0"/>
              <a:t>Ruhr University Research School </a:t>
            </a:r>
            <a:r>
              <a:rPr lang="en-GB" dirty="0"/>
              <a:t>funded by </a:t>
            </a:r>
            <a:br>
              <a:rPr lang="en-GB" b="1" dirty="0"/>
            </a:br>
            <a:r>
              <a:rPr lang="en-GB" b="1" dirty="0"/>
              <a:t>Germany’s Excellence Initiative </a:t>
            </a:r>
            <a:r>
              <a:rPr lang="en-GB" dirty="0"/>
              <a:t>[DFG GSC 98/3],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generous</a:t>
            </a:r>
            <a:r>
              <a:rPr lang="de-DE" dirty="0"/>
              <a:t> support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C40EB50-0D0F-9977-675B-08552A9A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: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D574C84F-B179-A27D-3E21-B2F2EFACB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931" y="1194374"/>
            <a:ext cx="2955299" cy="1220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DD50F6-F9E9-E269-D95A-E1379CF5E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803" y="3561610"/>
            <a:ext cx="2955299" cy="77503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08304C-7094-C02D-2C89-D2346D9C7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931" y="2415361"/>
            <a:ext cx="2424067" cy="10436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D6D0AAA-2DED-A034-9B5E-FC495E86E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631" y="4723337"/>
            <a:ext cx="261204" cy="18481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6D9F822-D424-F5A1-23C8-7A9253E61063}"/>
              </a:ext>
            </a:extLst>
          </p:cNvPr>
          <p:cNvSpPr txBox="1"/>
          <p:nvPr/>
        </p:nvSpPr>
        <p:spPr>
          <a:xfrm>
            <a:off x="3501835" y="4665703"/>
            <a:ext cx="21403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caroline.stankozi@rub.de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136546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ppp rub</Template>
  <TotalTime>0</TotalTime>
  <Words>2890</Words>
  <Application>Microsoft Office PowerPoint</Application>
  <PresentationFormat>Bildschirmpräsentation (16:9)</PresentationFormat>
  <Paragraphs>555</Paragraphs>
  <Slides>71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71</vt:i4>
      </vt:variant>
    </vt:vector>
  </HeadingPairs>
  <TitlesOfParts>
    <vt:vector size="75" baseType="lpstr">
      <vt:lpstr>Arial</vt:lpstr>
      <vt:lpstr>Calibri</vt:lpstr>
      <vt:lpstr>Wingdings</vt:lpstr>
      <vt:lpstr>PowerPoint Master RUB</vt:lpstr>
      <vt:lpstr>Context as  interactive, dynamic &amp; perspectival</vt:lpstr>
      <vt:lpstr>       PhD project in Philosophy  – supervisors </vt:lpstr>
      <vt:lpstr>       PhD project in Philosophy  – supervisors </vt:lpstr>
      <vt:lpstr>       PhD project   </vt:lpstr>
      <vt:lpstr>       PhD project   – cognitive coupling  </vt:lpstr>
      <vt:lpstr>       PhD project   – cognitive coupling  </vt:lpstr>
      <vt:lpstr>       PhD project   – cognitive coupling  </vt:lpstr>
      <vt:lpstr>       PhD project   – cognitive coupling  </vt:lpstr>
      <vt:lpstr>       PhD project   – cognitive coupling  </vt:lpstr>
      <vt:lpstr>       PhD project   – cognitive coupling  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Conceptual distinction</vt:lpstr>
      <vt:lpstr>       Conceptual distinction</vt:lpstr>
      <vt:lpstr>       Conceptual distinction</vt:lpstr>
      <vt:lpstr>       Conceptual distinction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Enactivism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Context</vt:lpstr>
      <vt:lpstr>       Conceptual distinction</vt:lpstr>
      <vt:lpstr>Thank you:</vt:lpstr>
      <vt:lpstr>Thank you:</vt:lpstr>
      <vt:lpstr>Thank you:</vt:lpstr>
      <vt:lpstr>Thank you:</vt:lpstr>
      <vt:lpstr>Thank you: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Caroline stankozi</dc:title>
  <dc:creator>Stankozi, Caroline</dc:creator>
  <cp:lastModifiedBy>Stankozi, Caroline</cp:lastModifiedBy>
  <cp:revision>108</cp:revision>
  <dcterms:created xsi:type="dcterms:W3CDTF">2024-04-10T21:54:47Z</dcterms:created>
  <dcterms:modified xsi:type="dcterms:W3CDTF">2025-04-08T06:28:28Z</dcterms:modified>
</cp:coreProperties>
</file>